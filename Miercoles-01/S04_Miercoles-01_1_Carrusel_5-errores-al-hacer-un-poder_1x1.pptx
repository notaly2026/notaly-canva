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2699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EDUCACIÓN LEGAL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5 errores al hacer un poder.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Elegir el tipo equivocado.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Datos incompletos del apoderado.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Sin facultades claras.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Sin visado de un abogado.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5262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83486"/>
            <a:ext cx="6675120" cy="3531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Notaly los evita por 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514593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notaly.com.ve.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