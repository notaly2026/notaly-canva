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ir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LEGAL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380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37436"/>
            <a:ext cx="6675120" cy="58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FFFFFF"/>
                </a:solidFill>
                <a:latin typeface="Inter"/>
              </a:rPr>
              <a:t>5 errores al hacer un poder.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Elegir el tipo equivocado.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Datos incompletos del apoderado.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facultades claras.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Sin visado de un abogado.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Notaly los evita por ti.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871968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notaly.com.ve.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