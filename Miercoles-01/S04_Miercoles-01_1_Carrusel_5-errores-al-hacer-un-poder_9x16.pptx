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5 errores al hacer un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Elegir el tipo equivocado.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Datos incompletos del apoderado.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facultades claras.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visado de un abogado.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los evita por 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16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