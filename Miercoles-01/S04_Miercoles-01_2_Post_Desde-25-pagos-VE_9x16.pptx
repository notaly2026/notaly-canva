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PAGOS EN VENEZUELA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Desde $25 USDT.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2864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Binance, Pago Móvil o transferencia.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