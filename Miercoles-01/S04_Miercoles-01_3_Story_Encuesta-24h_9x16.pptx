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¿Sabías que el original te llega en 24h?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 tenía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