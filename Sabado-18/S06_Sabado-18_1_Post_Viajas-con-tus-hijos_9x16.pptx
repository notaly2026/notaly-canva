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MAÑANA, DÍA DEL NIÑO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7662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234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¿Viajas con tus hijos? Necesitas autorización.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