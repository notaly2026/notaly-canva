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Autorización de viaje de menores, lista hoy.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