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678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361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Vacaciones con los niños.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12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80636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No olvides la autorización de viaje.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39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850636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0F172A"/>
                </a:solidFill>
                <a:latin typeface="Inter"/>
              </a:rPr>
              <a:t>notaly.com.ve.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