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4x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7219" y="5915025"/>
            <a:ext cx="9052560" cy="2571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Plus Jakarta Sans"/>
              </a:rPr>
              <a:t>Feliz Día del</a:t>
            </a:r>
          </a:p>
          <a:p>
            <a:pPr algn="ctr"/>
            <a:r>
              <a:rPr sz="6000" b="1">
                <a:solidFill>
                  <a:srgbClr val="FFFFFF"/>
                </a:solidFill>
                <a:latin typeface="Plus Jakarta Sans"/>
              </a:rPr>
              <a:t>Abogado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8808243"/>
            <a:ext cx="8229600" cy="15430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0">
                <a:solidFill>
                  <a:srgbClr val="D6CEF0"/>
                </a:solidFill>
                <a:latin typeface="Plus Jakarta Sans"/>
              </a:rPr>
              <a:t>A quienes defienden, asesoran y dan tranquilidad a cada venezolano. Gracias por su labor.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6190" y="10544175"/>
            <a:ext cx="2674620" cy="642937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100" b="1">
                <a:solidFill>
                  <a:srgbClr val="FFFFFF"/>
                </a:solidFill>
                <a:latin typeface="Plus Jakarta Sans"/>
              </a:rPr>
              <a:t>23 de junio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11958637"/>
            <a:ext cx="8229600" cy="6429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lus Jakarta Sans"/>
              </a:rPr>
              <a:t>notaly.com.ve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