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7219" y="4732020"/>
            <a:ext cx="90525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Plus Jakarta Sans"/>
              </a:rPr>
              <a:t>Feliz Día del</a:t>
            </a:r>
          </a:p>
          <a:p>
            <a:pPr algn="ctr"/>
            <a:r>
              <a:rPr sz="6000" b="1">
                <a:solidFill>
                  <a:srgbClr val="FFFFFF"/>
                </a:solidFill>
                <a:latin typeface="Plus Jakarta Sans"/>
              </a:rPr>
              <a:t>Abogado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7046595"/>
            <a:ext cx="822960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D6CEF0"/>
                </a:solidFill>
                <a:latin typeface="Plus Jakarta Sans"/>
              </a:rPr>
              <a:t>A quienes defienden, asesoran y dan tranquilidad a cada venezolano. Gracias por su labor.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6190" y="8435340"/>
            <a:ext cx="2674620" cy="5143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Plus Jakarta Sans"/>
              </a:rPr>
              <a:t>23 de junio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566910"/>
            <a:ext cx="8229600" cy="514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lus Jakarta Sans"/>
              </a:rPr>
              <a:t>notaly.com.ve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