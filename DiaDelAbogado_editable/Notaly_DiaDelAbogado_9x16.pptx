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9x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19" y="8412480"/>
            <a:ext cx="9052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Feliz Día del</a:t>
            </a:r>
          </a:p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Abogado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2527280"/>
            <a:ext cx="8229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D6CEF0"/>
                </a:solidFill>
                <a:latin typeface="Plus Jakarta Sans"/>
              </a:rPr>
              <a:t>A quienes defienden, asesoran y dan tranquilidad a cada venezolano. Gracias por su labor.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6190" y="14996159"/>
            <a:ext cx="2674620" cy="914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Plus Jakarta Sans"/>
              </a:rPr>
              <a:t>23 de junio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70078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lus Jakarta Sans"/>
              </a:rPr>
              <a:t>notaly.com.ve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