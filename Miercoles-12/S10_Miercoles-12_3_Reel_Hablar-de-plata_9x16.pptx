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Hablar de plata antes de casarte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4798124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255324"/>
            <a:ext cx="6675120" cy="338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es de inteligentes.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notaly.com.ve/solicitar.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