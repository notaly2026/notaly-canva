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269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26436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Capitulaciones visadas por abogado.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