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¿QUÉ SON?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Capitulaciones matrimoniales.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Definen qué es de cada uno antes de casarse.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Visadas por abogado, con validez.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