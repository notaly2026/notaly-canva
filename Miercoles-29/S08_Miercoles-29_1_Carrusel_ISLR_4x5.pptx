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SENIAT · VEN-NIF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ISLR: qué es y por qué estar al día.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Es el impuesto sobre lo que ganas.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Estar al día te evita multas y dolores.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Lo resolvemos sin que salgas de casa.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