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2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5806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¿Llevas tu contabilidad al día?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18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