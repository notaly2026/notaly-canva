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Antes de viajar con los niños,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este papel.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