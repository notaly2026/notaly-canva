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LOPNNA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Autorización de viaje de menores.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La necesitas si tu hijo viaja sin uno de sus padres.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La firma y visa un abogado, con validez legal.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Lista hoy para tus vacaciones.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