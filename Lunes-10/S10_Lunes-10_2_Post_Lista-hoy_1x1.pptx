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57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Autorización de viaje, lista hoy para tus vacaciones.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