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38988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GUÁRDALO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4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02636"/>
            <a:ext cx="6675120" cy="829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5 documentos que vas a necesitar tarde o temprano.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poder.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contrato de arrendamiento.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compraventa de vehículo.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autorización de viaje.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declaración jurada.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Todos, en línea y visados.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0167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Conócelos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