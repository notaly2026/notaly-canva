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xpedi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8000" y="0"/>
            <a:ext cx="117856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GUÁRDALO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5 documentos que vas a necesitar tarde o temprano.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 poder.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 contrato de arrendamiento.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Una compraventa de vehículo.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Una autorización de viaje.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Una declaración jurada.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Todos, en línea y visados.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0167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Conócelos en 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