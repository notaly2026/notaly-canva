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Viernes.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 ese trámite sigue ahí.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La semana que viene cambia.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