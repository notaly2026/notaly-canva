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8869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REEL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4885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342636"/>
            <a:ext cx="6675120" cy="321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Viernes.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34249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82136"/>
            <a:ext cx="6675120" cy="613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0F172A"/>
                </a:solidFill>
                <a:latin typeface="Inter"/>
              </a:rPr>
              <a:t>Y ese trámite sigue ahí.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34249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82136"/>
            <a:ext cx="6675120" cy="613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0F172A"/>
                </a:solidFill>
                <a:latin typeface="Inter"/>
              </a:rPr>
              <a:t>La semana que viene cambia.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0167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0F172A"/>
                </a:solidFill>
                <a:latin typeface="Inter"/>
              </a:rPr>
              <a:t>Síguenos.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