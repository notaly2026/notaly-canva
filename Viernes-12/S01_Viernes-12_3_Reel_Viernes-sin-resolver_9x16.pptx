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r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71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88696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REEL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48854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5342636"/>
            <a:ext cx="6675120" cy="3213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Viernes.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fic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71600" y="0"/>
            <a:ext cx="10972800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34249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3882136"/>
            <a:ext cx="6675120" cy="6134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Y ese trámite sigue ahí.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lo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71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42821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739386"/>
            <a:ext cx="6675120" cy="4420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500" b="1">
                <a:solidFill>
                  <a:srgbClr val="FFFFFF"/>
                </a:solidFill>
                <a:latin typeface="Inter"/>
              </a:rPr>
              <a:t>Resuélvelo ahora en notaly.com.ve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915949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Early access.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