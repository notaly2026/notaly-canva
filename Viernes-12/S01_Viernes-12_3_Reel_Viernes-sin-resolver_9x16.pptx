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nd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Viernes.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Y ese trámite sigue ahí.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345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028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Resuélvelo en línea.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095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