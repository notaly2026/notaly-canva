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8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3426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Viernes.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Y ese trámite sigue ahí.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345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802886"/>
            <a:ext cx="6675120" cy="4293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Resuélvelo en línea.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095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