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GUÁRDALO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5 documentos que vas a necesitar tarde o temprano.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arrendamiento.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compraventa de vehículo.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declaración jurada.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Guárdalo para cuando te toque.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