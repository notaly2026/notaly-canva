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15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72436"/>
            <a:ext cx="6675120" cy="461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Tu contrato visado en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083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