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5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72436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contrato visado en horas hábiles.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083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