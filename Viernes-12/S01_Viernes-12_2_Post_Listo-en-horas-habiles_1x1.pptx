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l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3960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52145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CONTRATOS VISADOS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945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51736"/>
            <a:ext cx="6675120" cy="3594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FFFFFF"/>
                </a:solidFill>
                <a:latin typeface="Inter"/>
              </a:rPr>
              <a:t>Tu contrato visado en horas hábiles.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54634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Conócenos en 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