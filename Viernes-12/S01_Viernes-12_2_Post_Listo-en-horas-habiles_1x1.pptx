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93227"/>
            <a:ext cx="8229600" cy="102160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52145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CONTRATOS VISADOS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94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51736"/>
            <a:ext cx="6675120" cy="359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Inter"/>
              </a:rPr>
              <a:t>Tu contrato visado en horas hábiles.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5463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