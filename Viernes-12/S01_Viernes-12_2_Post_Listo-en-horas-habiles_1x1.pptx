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94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51736"/>
            <a:ext cx="6675120" cy="359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Tu contrato visado en horas hábiles.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46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Pruébalo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