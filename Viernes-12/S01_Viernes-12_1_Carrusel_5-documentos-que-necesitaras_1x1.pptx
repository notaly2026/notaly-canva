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mi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38988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GUÁRDALO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5 documentos que vas a necesitar tarde o temprano.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poder.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 contrato de arrendamiento.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compraventa de vehículo.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autorización de viaje.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Una declaración jurada.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621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78736"/>
            <a:ext cx="6675120" cy="3340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Todos, en línea y visados.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19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Conócelos en 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