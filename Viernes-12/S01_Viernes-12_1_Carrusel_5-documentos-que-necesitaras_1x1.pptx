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xpe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21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78736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19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Conócelos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