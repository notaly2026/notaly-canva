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716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38988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GUÁRDALO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Inter"/>
              </a:rPr>
              <a:t>5 documentos que vas a necesitar tarde o temprano.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poder.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contrato de arrendamiento.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compraventa de vehículo.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autorización de viaje.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declaración jurada.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537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Inter"/>
              </a:rPr>
              <a:t>Guárdalo para cuando te toque.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