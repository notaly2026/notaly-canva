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reveal.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27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23 de junio.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