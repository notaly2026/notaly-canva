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viernes que la espera se volvió historia.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23 de junio.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