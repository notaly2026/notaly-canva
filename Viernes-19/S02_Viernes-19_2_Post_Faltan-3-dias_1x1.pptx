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REGRESIVA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35608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64408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días para el reveal.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827016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22 de junio.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