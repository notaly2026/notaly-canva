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REGRESIVA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35608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64408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días para el lanzamiento oficial.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62016"/>
            <a:ext cx="6675120" cy="118490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Y ya puedes probarlo en early access: notaly.com.ve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