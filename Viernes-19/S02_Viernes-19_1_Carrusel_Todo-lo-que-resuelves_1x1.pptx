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716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10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6 cosas que resuelves sin salir de casa.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Contratos visados.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Trámites.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Consultas por videollamada.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Contabilidad.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Tu plan a medida.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Cuenta tu caso, gratis.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3357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92986"/>
            <a:ext cx="6675120" cy="391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700" b="1">
                <a:solidFill>
                  <a:srgbClr val="FFFFFF"/>
                </a:solidFill>
                <a:latin typeface="Inter"/>
              </a:rPr>
              <a:t>Muy pronto. Lanzamiento oficial: lunes 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7050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