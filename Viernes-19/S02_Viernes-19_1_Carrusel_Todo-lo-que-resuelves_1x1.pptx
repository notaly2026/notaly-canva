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fic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71600"/>
            <a:ext cx="8229600" cy="109728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NOTALY VENEZUELA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10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>
                <a:solidFill>
                  <a:srgbClr val="FFFFFF"/>
                </a:solidFill>
                <a:latin typeface="Inter"/>
              </a:rPr>
              <a:t>6 cosas que resuelves sin salir de casa.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Contratos visados.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Trámites.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Consultas por videollamada.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Contabilidad.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156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Tu plan a medida.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777240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606040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Cuenta tu caso, gratis.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396092"/>
            <a:ext cx="8229600" cy="11021785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82296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580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280160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6675120" cy="44994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300" b="1">
                <a:solidFill>
                  <a:srgbClr val="FFFFFF"/>
                </a:solidFill>
                <a:latin typeface="Inter"/>
              </a:rPr>
              <a:t>Ya en early access. Lanzamiento oficial: lunes 22.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77052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