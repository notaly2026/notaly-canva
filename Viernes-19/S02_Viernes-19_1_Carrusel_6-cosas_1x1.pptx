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6 cosas que vas a resolver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plan a medida.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Lunes 22 se revela.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