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El viernes que la espera se volvió historia.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6675120" cy="10516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Asesoría legal 100% en línea, ya en early access.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3901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358386"/>
            <a:ext cx="6675120" cy="5182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Lanzamiento oficial: 22 de junio.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5404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