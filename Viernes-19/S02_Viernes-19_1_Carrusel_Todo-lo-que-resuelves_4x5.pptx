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429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6 cosas que resuelves sin salir de casa.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Contratos visados.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Trámites.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Consultas por videollamada.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Tu plan a medida.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Cuenta tu caso, gratis.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40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Muy pronto. Lanzamiento oficial: lunes 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9344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