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fici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42900"/>
            <a:ext cx="8229600" cy="109728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239572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NOTALY VENEZUELA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6675120" cy="664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0" b="1">
                <a:solidFill>
                  <a:srgbClr val="FFFFFF"/>
                </a:solidFill>
                <a:latin typeface="Inter"/>
              </a:rPr>
              <a:t>6 cosas que resuelves sin salir de casa.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156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Contratos visados.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156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Trámites.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Consultas por videollamada.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156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Contabilidad.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156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Tu plan a medida.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Cuenta tu caso, gratis.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673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154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594548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051748"/>
            <a:ext cx="6675120" cy="54519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500" b="1">
                <a:solidFill>
                  <a:srgbClr val="FFFFFF"/>
                </a:solidFill>
                <a:latin typeface="Inter"/>
              </a:rPr>
              <a:t>Ya en early access. Lanzamiento oficial: lunes 22.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7503731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Inter"/>
              </a:rPr>
              <a:t>notaly.com.ve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