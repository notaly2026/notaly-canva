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Todo lo que resuelves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 visados.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 y apostillas.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 por videollamada.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Defensa y casos legales.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 y tu plan.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caso: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Muy pronto. Lanzamiento oficial: lunes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