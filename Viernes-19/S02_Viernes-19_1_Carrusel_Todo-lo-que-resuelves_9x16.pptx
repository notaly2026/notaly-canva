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6 cosas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caso, gratis.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Muy pronto.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151681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