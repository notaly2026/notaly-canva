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6 cosas que resuelves sin salir de casa.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Contratos visados.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Trámites.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Consultas por videollamada.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Tu plan a medida.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Cuenta tu caso, gratis.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788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36011"/>
            <a:ext cx="6675120" cy="7626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Ya en early access. Lanzamiento oficial: lunes 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762869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