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1184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Y ya puedes probarlo en early access: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