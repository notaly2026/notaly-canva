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REGRESIVA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 para el lanzamiento oficial.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62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