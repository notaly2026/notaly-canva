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CUENTA REGRESIVA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35608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64408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días para el lanzamiento oficial.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62016"/>
            <a:ext cx="6675120" cy="11849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0F172A"/>
                </a:solidFill>
                <a:latin typeface="Inter"/>
              </a:rPr>
              <a:t>Y ya puedes probarlo en early access: notaly.com.ve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0F172A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