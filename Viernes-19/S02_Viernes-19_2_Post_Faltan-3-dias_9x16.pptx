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8229600" cy="14630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77240" y="777240"/>
            <a:ext cx="239572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CUENTA REGRESIVA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435608"/>
            <a:ext cx="66751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2000" b="1">
                <a:solidFill>
                  <a:srgbClr val="7C3AED"/>
                </a:solidFill>
                <a:latin typeface="Inter"/>
              </a:rP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3264408"/>
            <a:ext cx="6675120" cy="2197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días para el lanzamiento oficial.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62016"/>
            <a:ext cx="6675120" cy="8356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>
                <a:solidFill>
                  <a:srgbClr val="0F172A"/>
                </a:solidFill>
                <a:latin typeface="Inter"/>
              </a:rPr>
              <a:t>Conócenos en notaly.com.ve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36702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C3AED"/>
                </a:solidFill>
                <a:latin typeface="Inter"/>
              </a:rPr>
              <a:t>●  </a:t>
            </a:r>
            <a:r>
              <a:rPr sz="1800" b="1">
                <a:solidFill>
                  <a:srgbClr val="0F172A"/>
                </a:solidFill>
                <a:latin typeface="Inter"/>
              </a:rPr>
              <a:t>Notaly   @notaly.ve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