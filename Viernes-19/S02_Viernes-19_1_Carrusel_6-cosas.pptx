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6 cosas que vas a resolver sin salir de casa.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Contratos.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Trámites.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Consultas.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Tu plan a medida.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Cuenta tu caso.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Lunes 23 se revela.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