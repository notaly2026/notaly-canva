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1384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PRONTO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3167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73936"/>
            <a:ext cx="6675120" cy="600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>
                <a:solidFill>
                  <a:srgbClr val="0F172A"/>
                </a:solidFill>
                <a:latin typeface="Inter"/>
              </a:rPr>
              <a:t>6 cosas que vas a resolver sin salir de casa.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Contratos.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Trámites.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Consultas.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Contabilidad.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Tu plan a medida.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Cuenta tu caso.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Lunes 23 se revela.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