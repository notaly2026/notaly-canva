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PRONTO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167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739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6 cosas que vas a resolver sin salir de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Contratos.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Trámites.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Consultas.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Contabilidad.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plan a medida.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Cuenta tu caso.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Lunes 22 se revela.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