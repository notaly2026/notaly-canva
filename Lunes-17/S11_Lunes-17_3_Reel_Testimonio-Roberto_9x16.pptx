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TESTIMONIO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067623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24823"/>
            <a:ext cx="6675120" cy="88492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"Dejé de postergar mi testamento; lo resolví en un día."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Roberto Castillo · Valencia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393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50636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notaly.com.ve.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