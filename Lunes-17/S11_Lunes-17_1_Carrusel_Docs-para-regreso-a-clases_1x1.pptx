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ANTES DE SEPTIEMBRE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Documentos para el regreso a clases.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Autorizaciones, declaraciones, justificativos.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Resuélvelos antes de que empiecen las clases.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