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NOTALY.COM.VE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3901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58386"/>
            <a:ext cx="6675120" cy="5182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700" b="1">
                <a:solidFill>
                  <a:srgbClr val="0F172A"/>
                </a:solidFill>
                <a:latin typeface="Inter"/>
              </a:rPr>
              <a:t>Resuélvelos antes de septiembre.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