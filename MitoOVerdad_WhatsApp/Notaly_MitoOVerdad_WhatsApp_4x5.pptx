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MITO O VERDAD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6675120" cy="664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>
                <a:solidFill>
                  <a:srgbClr val="FFFFFF"/>
                </a:solidFill>
                <a:latin typeface="Inter"/>
              </a:rPr>
              <a:t>¿Un acuerdo por WhatsApp es un contrato?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notaly.com.ve  ·  @notaly.ve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1188720"/>
            <a:ext cx="8869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MITO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965960"/>
            <a:ext cx="66751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80000"/>
              </a:lnSpc>
            </a:pPr>
            <a:r>
              <a:rPr sz="17000" b="1">
                <a:solidFill>
                  <a:srgbClr val="7C3AED"/>
                </a:solidFill>
                <a:latin typeface="Inter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10896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Lo que acordé por WhatsApp no vale.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535168"/>
            <a:ext cx="6675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0F172A"/>
                </a:solidFill>
                <a:latin typeface="Inter"/>
              </a:rPr>
              <a:t>— Lo que casi todos creen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notaly.com.ve  ·  @notaly.ve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C3A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138428" cy="37338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7C3AED"/>
                </a:solidFill>
                <a:latin typeface="Inter"/>
              </a:rPr>
              <a:t>VERDAD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6675120" cy="473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0F172A"/>
                </a:solidFill>
                <a:latin typeface="Inter"/>
              </a:rPr>
              <a:t>Puede servir como prueba. Pero un chat no es un contrato.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749288"/>
            <a:ext cx="6675120" cy="194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0F172A"/>
                </a:solidFill>
                <a:latin typeface="Inter"/>
              </a:rPr>
              <a:t>Sin cláusulas claras ni firma, exigir ese acuerdo en serio es cuesta arriba.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F172A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notaly.com.ve  ·  @notaly.ve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52145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QUÉ SÍ TE PROTEGE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35608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Por escrito y visado por un abogado.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633216"/>
            <a:ext cx="6675120" cy="15341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0F172A"/>
                </a:solidFill>
                <a:latin typeface="Inter"/>
              </a:rPr>
              <a:t>Partes identificadas, cláusulas claras y validez real. Eso sí lo puedes exigir.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notaly.com.ve  ·  @notaly.ve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1188720"/>
            <a:ext cx="164134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CON NOTALY</a:t>
            </a:r>
          </a:p>
        </p:txBody>
      </p:sp>
      <p:sp>
        <p:nvSpPr>
          <p:cNvPr id="3" name="Oval 2"/>
          <p:cNvSpPr/>
          <p:nvPr/>
        </p:nvSpPr>
        <p:spPr>
          <a:xfrm>
            <a:off x="777240" y="1847088"/>
            <a:ext cx="3017520" cy="3017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47088"/>
            <a:ext cx="3017520" cy="3017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8000" b="1">
                <a:solidFill>
                  <a:srgbClr val="0F172A"/>
                </a:solidFill>
                <a:latin typeface="Inter"/>
              </a:rPr>
              <a:t>4h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276088"/>
            <a:ext cx="6675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FFFFFF"/>
                </a:solidFill>
                <a:latin typeface="Inter"/>
              </a:rPr>
              <a:t>Tu contrato visado en 4 horas. Original con sello INPRE en 24h.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notaly.com.ve  ·  @notaly.ve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414016" y="2578227"/>
            <a:ext cx="34015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ANTES DE CERRAR EL TRATO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236595"/>
            <a:ext cx="6675120" cy="2959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0" b="1">
                <a:solidFill>
                  <a:srgbClr val="0F172A"/>
                </a:solidFill>
                <a:latin typeface="Inter"/>
              </a:rPr>
              <a:t>Hazlo bien, no por chat.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196202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0">
                <a:solidFill>
                  <a:srgbClr val="0F172A"/>
                </a:solidFill>
                <a:latin typeface="Inter"/>
              </a:rPr>
              <a:t>Contrato visado por abogado venezolano certificado.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7100"/>
            <a:ext cx="6675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0F172A"/>
                </a:solidFill>
                <a:latin typeface="Inter"/>
              </a:rPr>
              <a:t>notaly.com.ve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notaly.com.ve  ·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