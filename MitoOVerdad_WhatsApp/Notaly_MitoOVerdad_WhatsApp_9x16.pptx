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MITO O 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¿Un acuerdo por WhatsApp es un contrato?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7C3AED"/>
                </a:solidFill>
                <a:latin typeface="Inter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Lo que acordé por WhatsApp no vale.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3516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— Lo que casi todos 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C3AED"/>
                </a:solidFill>
                <a:latin typeface="Inter"/>
              </a:rPr>
              <a:t>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918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Puede servir como prueba. Pero un chat no es un contrato.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194288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Sin cláusulas claras ni firma, exigir ese acuerdo en serio es cuesta arriba.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QUÉ SÍ TE PROTEGE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Por escrito y visado por un abogado.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33216"/>
            <a:ext cx="6675120" cy="1534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Partes identificadas, cláusulas claras y validez real. Eso sí lo puedes exigir.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 NOTALY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847088"/>
            <a:ext cx="3017520" cy="3017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47088"/>
            <a:ext cx="301752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4h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76088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Tu contrato visado en 4 horas. Original con sello INPRE en 24h.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4016" y="4749927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 CERRAR EL TRATO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408295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Hazlo bien, no por chat.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3679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Contrato visado por abogado venezolano certificado.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1880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