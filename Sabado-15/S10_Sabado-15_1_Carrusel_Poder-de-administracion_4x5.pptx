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2758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PODER DE ADMINISTRACIÓN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¿Te vas de viaje? Deja todo en orden.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27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0F172A"/>
                </a:solidFill>
                <a:latin typeface="Inter"/>
              </a:rPr>
              <a:t>Autoriza a alguien a gestionar por ti.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83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406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Visado en 4 horas.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