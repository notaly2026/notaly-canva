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ADMINISTRACIÓN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¿Te vas de viaje? Deja todo en orden.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Autoriza a alguien a gestionar por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Visado en 4 horas.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