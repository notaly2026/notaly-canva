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4567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25136"/>
            <a:ext cx="6675120" cy="3848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FFFFFF"/>
                </a:solidFill>
                <a:latin typeface="Inter"/>
              </a:rPr>
              <a:t>Poder de administración, visado en 4 horas.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