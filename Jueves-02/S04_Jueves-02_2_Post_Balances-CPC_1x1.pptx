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52145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C.P.C. COLEGIADOS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954911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412111"/>
            <a:ext cx="6675120" cy="26738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>
                <a:solidFill>
                  <a:srgbClr val="FFFFFF"/>
                </a:solidFill>
                <a:latin typeface="Inter"/>
              </a:rPr>
              <a:t>Balances con validez profesional.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085968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notaly.com.ve/servicios-contables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