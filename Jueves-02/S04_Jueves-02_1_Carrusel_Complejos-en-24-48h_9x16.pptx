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reloj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57150"/>
            <a:ext cx="8229600" cy="147447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76123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SLA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3012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3469386"/>
            <a:ext cx="6675120" cy="696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Documentos complejos, en 24 a 48h.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de C.A.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2197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Constitución o liberación de hipoteca.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7240" y="777240"/>
            <a:ext cx="66751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90000"/>
              </a:lnSpc>
            </a:pPr>
            <a:r>
              <a:rPr sz="12000" b="1">
                <a:solidFill>
                  <a:srgbClr val="7C3AED"/>
                </a:solidFill>
                <a:latin typeface="Inter"/>
              </a:rP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606040"/>
            <a:ext cx="6675120" cy="156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000" b="1">
                <a:solidFill>
                  <a:srgbClr val="0F172A"/>
                </a:solidFill>
                <a:latin typeface="Inter"/>
              </a:rPr>
              <a:t>Divorcio 185-A.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5298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755386"/>
            <a:ext cx="6675120" cy="238810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Inter"/>
              </a:rPr>
              <a:t>notaly.com.ve/tramites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