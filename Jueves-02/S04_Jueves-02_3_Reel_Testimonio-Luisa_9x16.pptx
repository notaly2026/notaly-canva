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"Compraventa de mi carro autenticada en &lt;24h."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Luisa Fernández · Maracay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