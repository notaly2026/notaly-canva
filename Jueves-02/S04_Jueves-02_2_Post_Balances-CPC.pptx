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5214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C.P.C. COLEGIADOS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517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08936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Balances con validez profesional.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1465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notaly.com.ve/servicios-contables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