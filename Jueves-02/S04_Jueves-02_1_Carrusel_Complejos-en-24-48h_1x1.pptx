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Documentos complejos, en 24 a 48h.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o liberación de hipoteca.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