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Esta semana llegó Notaly.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Visado 4h · original INPRE 24h · QR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