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CAJA DE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¿Qué documento necesitas esta semana?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Pregúntanos, te guiamos.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