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9044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HISTORIA · CAJA DE PREGUNTAS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¿Qué documento necesitas esta semana?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477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Pregúntanos, te guiamos.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