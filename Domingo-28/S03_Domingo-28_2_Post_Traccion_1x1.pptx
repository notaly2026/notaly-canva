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CONFIANZA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16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73986"/>
            <a:ext cx="6675120" cy="315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Notaly en números.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240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+2.400 contratos · +45 abogados aliados · &lt;24h promedio · 4.9/5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