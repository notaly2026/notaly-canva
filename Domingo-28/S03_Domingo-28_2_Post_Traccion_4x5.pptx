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67392"/>
            <a:ext cx="8229600" cy="11021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02870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9154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777240"/>
            <a:ext cx="151561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CONFIANZA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9834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440686"/>
            <a:ext cx="6675120" cy="4674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FFFFFF"/>
                </a:solidFill>
                <a:latin typeface="Inter"/>
              </a:rPr>
              <a:t>Notaly en números.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7114794"/>
            <a:ext cx="6675120" cy="15308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FFFFFF"/>
                </a:solidFill>
                <a:latin typeface="Inter"/>
              </a:rPr>
              <a:t>+2.400 contratos · +45 abogados aliados · &lt;24h promedio · 4.9/5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