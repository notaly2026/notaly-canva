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61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18436"/>
            <a:ext cx="6675120" cy="511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Esta semana llegó Notaly.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3370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Visado 4h · original INPRE 24h · QR verificable.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