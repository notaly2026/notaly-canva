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Tu PYME no necesita apagar incendios.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Necesita un legal recurrente, no de emergencia.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Notaly Plus: legal y contable, siempre listos.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