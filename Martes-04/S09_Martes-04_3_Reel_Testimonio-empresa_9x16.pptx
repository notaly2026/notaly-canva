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TESTIMONIO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"Dejamos de improvisar lo legal."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Empresa con Notaly Plus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notaly.com.ve/empresas.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