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TESTIMONIO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567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50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"Un acuerdo claro nos evitó conflictos."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Familia con Notaly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39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50636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