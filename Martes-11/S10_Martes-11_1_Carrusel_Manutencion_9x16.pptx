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FAMILIA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567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50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Manutención: cómo formalizar un acuerdo.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Un acuerdo claro evita conflictos después.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Con respaldo legal, no de palabra.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