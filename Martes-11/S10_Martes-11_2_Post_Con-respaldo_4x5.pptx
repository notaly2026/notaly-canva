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37360"/>
            <a:ext cx="6675120" cy="6404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Acuerdo de manutención con respaldo legal.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