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FAMILIA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22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Inter"/>
              </a:rPr>
              <a:t>Manutención: cómo formalizar un acuerdo.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Un acuerdo claro evita conflictos después.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Con respaldo legal, no de palabra.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