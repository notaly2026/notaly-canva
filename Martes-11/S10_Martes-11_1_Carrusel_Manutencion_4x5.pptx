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26415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FAMILIA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96111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53311"/>
            <a:ext cx="6675120" cy="5848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>
                <a:solidFill>
                  <a:srgbClr val="FFFFFF"/>
                </a:solidFill>
                <a:latin typeface="Inter"/>
              </a:rPr>
              <a:t>Manutención: cómo formalizar un acuerdo.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664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0F172A"/>
                </a:solidFill>
                <a:latin typeface="Inter"/>
              </a:rPr>
              <a:t>Un acuerdo claro evita conflictos después.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Con respaldo legal, no de palabra.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