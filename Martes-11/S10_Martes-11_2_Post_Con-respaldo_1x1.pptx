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92986"/>
            <a:ext cx="6675120" cy="391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700" b="1">
                <a:solidFill>
                  <a:srgbClr val="FFFFFF"/>
                </a:solidFill>
                <a:latin typeface="Inter"/>
              </a:rPr>
              <a:t>Acuerdo de manutención con respaldo legal.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