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6530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PODER DE VENTA DE VEHÍCULO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¿Vendes tu carro? Necesitas un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Autoriza a alguien a vender por ti, con validez legal.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Visado por abogado en 4 horas.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Original con sello INPRE a tu casa en 24h.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