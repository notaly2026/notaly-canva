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Vendes tu carro este mes.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Esto es lo que necesitas.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