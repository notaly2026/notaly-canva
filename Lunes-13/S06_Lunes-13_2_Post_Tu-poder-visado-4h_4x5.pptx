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Tu poder de venta de carro, visado en 4 horas.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