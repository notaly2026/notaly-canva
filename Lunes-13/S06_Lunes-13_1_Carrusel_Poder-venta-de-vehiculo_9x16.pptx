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VEHÍCULO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¿Vendes tu carro? Necesitas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Autoriza a alguien a vender por ti, con validez 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por abogado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Original con sello INPRE a tu casa en 24h.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