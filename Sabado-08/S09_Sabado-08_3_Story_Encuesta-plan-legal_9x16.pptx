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¿Tu empresa tiene plan legal?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 ·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