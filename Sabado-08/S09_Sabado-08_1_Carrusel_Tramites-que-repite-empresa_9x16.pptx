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RESUÉLVELOS DE 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3 trámites que toda empresa repite.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Contratos con clientes y proveedores.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Documentos laborales.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Trámites contables del 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Notaly Plus los deja resueltos.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