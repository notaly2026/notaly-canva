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go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64718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RESUÉLVELOS DE UNA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664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FFFFFF"/>
                </a:solidFill>
                <a:latin typeface="Inter"/>
              </a:rPr>
              <a:t>3 trámites que toda empresa repite.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Contratos con clientes y proveedores.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Documentos laborales.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Trámites contables del 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696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Notaly Plus los deja resueltos.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