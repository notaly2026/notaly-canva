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 · EMPRESAS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Tu legal y contable, en un solo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 Plus.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