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ntr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ÚNICO EN VENEZUELA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El híbrido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Digital cuando lo necesitas: visado en 4 horas.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Físico cuando importa: original con sello INPRE en 24h.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126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36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