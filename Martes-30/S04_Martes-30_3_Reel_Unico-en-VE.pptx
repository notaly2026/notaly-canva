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678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1361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Lo único en Venezuela: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original con sello INPRE en 24h, en tu casa.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ntreg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notaly.com.ve/solicitar.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