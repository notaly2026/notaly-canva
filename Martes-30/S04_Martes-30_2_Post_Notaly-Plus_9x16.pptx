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315010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 PLUS · EMPRESAS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Tu legal y contable, en un solo plan.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147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Notaly Plus.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