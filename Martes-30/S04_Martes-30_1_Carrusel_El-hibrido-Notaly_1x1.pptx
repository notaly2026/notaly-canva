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ÚNICO EN VENEZUELA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híbrido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Digital cuando lo necesitas: visado en 4 horas.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Físico cuando importa: original con sello INPRE en 24h.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97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549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