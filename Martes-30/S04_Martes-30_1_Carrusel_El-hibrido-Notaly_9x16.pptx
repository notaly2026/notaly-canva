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ntre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6471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ÚNICO EN VENEZUELA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El híbrido Notaly.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2345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802636"/>
            <a:ext cx="6675120" cy="829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0F172A"/>
                </a:solidFill>
                <a:latin typeface="Inter"/>
              </a:rPr>
              <a:t>Digital cuando lo necesitas: visado en 4 horas.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10516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Físico cuando importa: original con sello INPRE en 24h.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298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7553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notaly.com.ve/solicitar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