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mil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01853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NOTALY.COM.VE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3454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802636"/>
            <a:ext cx="6675120" cy="8293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FFFFFF"/>
                </a:solidFill>
                <a:latin typeface="Inter"/>
              </a:rPr>
              <a:t>Tus papeles en regla, tu mente tranquila.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