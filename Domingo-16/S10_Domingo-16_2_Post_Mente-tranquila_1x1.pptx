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Tus papeles en regla, tu mente tranquila.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