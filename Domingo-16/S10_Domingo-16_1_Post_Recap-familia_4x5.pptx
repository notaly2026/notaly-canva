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88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45436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Familia y personal,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10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Viaje · manutención · capitulaciones.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