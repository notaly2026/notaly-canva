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101269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RECAP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26946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51886"/>
            <a:ext cx="6675120" cy="7595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0F172A"/>
                </a:solidFill>
                <a:latin typeface="Inter"/>
              </a:rPr>
              <a:t>Familia y personal, en una lámina.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746994"/>
            <a:ext cx="6675120" cy="15308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0F172A"/>
                </a:solidFill>
                <a:latin typeface="Inter"/>
              </a:rPr>
              <a:t>Viaje · manutención · capitulaciones.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0F172A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