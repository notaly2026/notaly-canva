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02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59736"/>
            <a:ext cx="667512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0F172A"/>
                </a:solidFill>
                <a:latin typeface="Inter"/>
              </a:rPr>
              <a:t>Familia y personal, en una lámina.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383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Viaje · manutención · capitulaciones.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