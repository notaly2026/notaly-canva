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Notaly Plus, en una lámina.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01674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Legal + contable · hasta 40% de ahorro · cancelable.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