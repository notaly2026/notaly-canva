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8986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NOTALY.COM.VE/PLANES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Empieza tu plan hoy.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