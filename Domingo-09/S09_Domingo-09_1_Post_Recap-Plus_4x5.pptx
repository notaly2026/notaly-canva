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7612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18436"/>
            <a:ext cx="6675120" cy="511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0F172A"/>
                </a:solidFill>
                <a:latin typeface="Inter"/>
              </a:rPr>
              <a:t>Notaly Plus, en una lámina.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33704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F172A"/>
                </a:solidFill>
                <a:latin typeface="Inter"/>
              </a:rPr>
              <a:t>Legal + contable · hasta 40% de ahorro · cancelable.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