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TESTIMONIO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78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36011"/>
            <a:ext cx="6675120" cy="7626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Lo que dicen quienes ya resolvieron con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Historias reales de toda Venezuela.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39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850636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F172A"/>
                </a:solidFill>
                <a:latin typeface="Inter"/>
              </a:rPr>
              <a:t>notaly.com.ve.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