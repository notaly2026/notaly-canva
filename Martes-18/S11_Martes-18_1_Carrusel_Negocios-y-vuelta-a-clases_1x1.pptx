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Pequeños negocios y vuelta a clases.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F172A"/>
                </a:solidFill>
                <a:latin typeface="Inter"/>
              </a:rPr>
              <a:t>Es el momento de formalizar lo tuyo.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Constituye y factura, listo para el semestre.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