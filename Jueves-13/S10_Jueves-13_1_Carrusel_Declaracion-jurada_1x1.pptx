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DOCUMENTOS PERSONALES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67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47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Declaración jurada y justificativos.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Te los piden para trámites, becas o viajes.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Resueltos en línea, sin filas.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