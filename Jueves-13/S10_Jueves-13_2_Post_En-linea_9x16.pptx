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28999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747198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Documentos personales, resueltos en línea.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