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302437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DOCUMENTOS PERSONALES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567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025136"/>
            <a:ext cx="6675120" cy="384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Inter"/>
              </a:rPr>
              <a:t>Declaración jurada y justificativos.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Te los piden para trámites, becas o viajes.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Resueltos en línea, sin filas.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