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Te piden una declaración jurada.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La tienes hoy.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notaly.com.ve/solicitar.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