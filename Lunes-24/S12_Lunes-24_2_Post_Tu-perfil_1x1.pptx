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NOTALY.COM.VE/ABOGADOS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57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Tu perfil profesional, frente a miles de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