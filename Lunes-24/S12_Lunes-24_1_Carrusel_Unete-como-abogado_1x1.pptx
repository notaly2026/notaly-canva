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PROFESIONALES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¿Eres abogado? Únete a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Recibe casos y visa documentos desde donde estés.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Registro gratis. Sin spam. Tú eliges qué tomar.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Postula en notaly.com.ve/abogados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