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315010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NOTALY.COM.VE/ABOGADOS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012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469386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FFFFFF"/>
                </a:solidFill>
                <a:latin typeface="Inter"/>
              </a:rPr>
              <a:t>Tu perfil profesional, frente a miles de clientes.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