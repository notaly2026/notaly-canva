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NOTALY.COM.VE/ABOGADOS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86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2061"/>
            <a:ext cx="6675120" cy="5531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>
                <a:solidFill>
                  <a:srgbClr val="FFFFFF"/>
                </a:solidFill>
                <a:latin typeface="Inter"/>
              </a:rPr>
              <a:t>Tu perfil profesional, frente a miles de clientes.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