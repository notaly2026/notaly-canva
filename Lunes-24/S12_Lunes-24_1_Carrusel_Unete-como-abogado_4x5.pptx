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42900"/>
            <a:ext cx="8229600" cy="109728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PARA PROFESIONALES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5072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4436"/>
            <a:ext cx="6675120" cy="5626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¿Eres abogado? Únete a Notaly.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Recibe casos y visa documentos desde donde estés.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7531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>
                <a:solidFill>
                  <a:srgbClr val="0F172A"/>
                </a:solidFill>
                <a:latin typeface="Inter"/>
              </a:rPr>
              <a:t>Registro gratis. Sin spam. Tú eliges qué tomar.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3126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5836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Postula en notaly.com.ve/abogados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