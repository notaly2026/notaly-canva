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ABOGADO EN NOTALY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"Sumé clientes sin salir de mi oficina."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Abg. María Fernández · Caracas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notaly.com.ve/abogados.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