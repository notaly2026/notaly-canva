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7787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ACUERDO DE CONFIDENCIALIDAD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Protege tu idea con un NDA.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Antes de hablar de más, fírmalo.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72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Revisado por abogado, listo en horas.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126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836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