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1600" y="0"/>
            <a:ext cx="10972800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64134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TESTIMONIO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"Aseguro mis tratos con un NDA en minutos."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3901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58386"/>
            <a:ext cx="6675120" cy="5182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0F172A"/>
                </a:solidFill>
                <a:latin typeface="Inter"/>
              </a:rPr>
              <a:t>Freelancers que usan Notaly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5393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50636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Inter"/>
              </a:rPr>
              <a:t>notaly.com.ve.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