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n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El descuadre que no ves hoy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te cuesta caro mañana.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298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7553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notaly.com.ve/servicios-contables.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