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3 señales de que necesitas un contador.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No sabes cuánto ganas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Te perdiste una fecha del SENIAT.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Mezclas tu plata con la del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