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4015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VÍSPERA DE INDEPENDENCIA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76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Mañana, 5 de julio. En 1811 una firma cambió la historia.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