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Solicita hoy y arranca con tu documento en camino.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