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c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10516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El acta que nos hizo país se firmó un 5 de julio.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155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6123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La firma importa.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Síguenos para mañana.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