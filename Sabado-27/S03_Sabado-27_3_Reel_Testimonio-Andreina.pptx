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TESTIMONIO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469386"/>
            <a:ext cx="6675120" cy="696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"Contratos online en 10 minutos."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Andreína Torres · Valencia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5393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850636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notaly.com.ve.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