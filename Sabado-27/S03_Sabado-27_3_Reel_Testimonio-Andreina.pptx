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"Contratos online en 10 minutos."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Andreína Torres · Valencia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