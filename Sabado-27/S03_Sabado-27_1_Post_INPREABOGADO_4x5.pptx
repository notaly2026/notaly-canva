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VALIDEZ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483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Inscrito en INPREABOGADO. Sello físico real, no una imagen.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