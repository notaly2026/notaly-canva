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FIN DE SEMANA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612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18436"/>
            <a:ext cx="6675120" cy="511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1">
                <a:solidFill>
                  <a:srgbClr val="0F172A"/>
                </a:solidFill>
                <a:latin typeface="Inter"/>
              </a:rPr>
              <a:t>Solicita tu documento en minutos.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370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0F172A"/>
                </a:solidFill>
                <a:latin typeface="Inter"/>
              </a:rPr>
              <a:t>notaly.com.ve/solicitar.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