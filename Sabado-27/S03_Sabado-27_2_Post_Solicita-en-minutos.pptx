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FIN DE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Solicita tu documento en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37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notaly.com.ve/solicitar.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