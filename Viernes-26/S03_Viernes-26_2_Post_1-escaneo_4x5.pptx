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861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12061"/>
            <a:ext cx="6675120" cy="5531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600" b="1">
                <a:solidFill>
                  <a:srgbClr val="FFFFFF"/>
                </a:solidFill>
                <a:latin typeface="Inter"/>
              </a:rPr>
              <a:t>QR verificable: tu contrato es real en 1 escaneo.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