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ntre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Esto es lo que recibes: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PDF con QR + original con sello INPRE.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5298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755386"/>
            <a:ext cx="6675120" cy="2388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notaly.com.ve/solicitar.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