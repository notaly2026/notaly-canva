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AUTENTICIDAD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Tu contrato, verificable en 1 escaneo.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Cada documento lleva un QR único.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Lo escaneas y confirmas que es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48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05736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Verifica en notaly.com.ve/verificar-contrato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