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Esto es lo que recibes: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PDF con QR + original con sello INPRE.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