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Legal y contable, juntos.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Tu empresa necesita las dos cosas al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Notaly Plus: las dos en un solo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77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Empresas ahorran hasta 40%/mes.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