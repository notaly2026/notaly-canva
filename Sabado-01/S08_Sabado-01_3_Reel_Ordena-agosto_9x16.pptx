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Agosto: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mes para ordenar tu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notaly.com.ve/planes.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