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82296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negoc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3257550"/>
            <a:ext cx="8229600" cy="147447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82296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777240"/>
            <a:ext cx="176707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NOTALY PLUS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280160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37360"/>
            <a:ext cx="6675120" cy="4610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800" b="1">
                <a:solidFill>
                  <a:srgbClr val="FFFFFF"/>
                </a:solidFill>
                <a:latin typeface="Inter"/>
              </a:rPr>
              <a:t>Legal y contable, juntos.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1280160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1737360"/>
            <a:ext cx="6675120" cy="537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400" b="1">
                <a:solidFill>
                  <a:srgbClr val="0F172A"/>
                </a:solidFill>
                <a:latin typeface="Inter"/>
              </a:rPr>
              <a:t>Tu empresa necesita las dos cosas al día.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396092"/>
            <a:ext cx="8229600" cy="11021785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82296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580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1280160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37360"/>
            <a:ext cx="6675120" cy="4356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400" b="1">
                <a:solidFill>
                  <a:srgbClr val="FFFFFF"/>
                </a:solidFill>
                <a:latin typeface="Inter"/>
              </a:rPr>
              <a:t>Notaly Plus: las dos en un solo plan.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5877052"/>
            <a:ext cx="6675120" cy="1118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0">
                <a:solidFill>
                  <a:srgbClr val="FFFFFF"/>
                </a:solidFill>
                <a:latin typeface="Inter"/>
              </a:rPr>
              <a:t>Empresas ahorran hasta 40%/mes.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72694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