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egoc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288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76707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 PLUS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Legal y contable, juntos.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664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0F172A"/>
                </a:solidFill>
                <a:latin typeface="Inter"/>
              </a:rPr>
              <a:t>Tu empresa necesita las dos cosas al día.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632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>
                <a:solidFill>
                  <a:srgbClr val="FFFFFF"/>
                </a:solidFill>
                <a:latin typeface="Inter"/>
              </a:rPr>
              <a:t>Notaly Plus: las dos en un solo plan.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934452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Empresas ahorran hasta 40%/mes.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