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veal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Notaly ya es real.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Tu contrato visado en 4 horas.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El original con sello INPRE en 24h.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