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veal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155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612386"/>
            <a:ext cx="6675120" cy="4674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Notaly ya es real.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contrato visado en 4 horas.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original con sello INPRE en 24h.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52981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55386"/>
            <a:ext cx="6675120" cy="23881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Inter"/>
              </a:rPr>
              <a:t>notaly.com.ve/solicitar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