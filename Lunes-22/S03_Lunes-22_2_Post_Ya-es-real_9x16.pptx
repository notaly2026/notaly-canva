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5272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22 DE JUNIO · LANZAMIENTO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34373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91573"/>
            <a:ext cx="6675120" cy="75157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Notaly ya es real: abogados venezolanos certificados, no chatbots.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