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veal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5272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22 DE JUNIO · LANZAMIENTO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Llegó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32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Tu plataforma legal y contable en Venezuela.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contrato visado en 4 horas.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32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Inter"/>
              </a:rPr>
              <a:t>Original con sello INPRE en 24h, a tu casa.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QR verificable: tu contrato es real en 1 escaneo.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5945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17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Abogados venezolanos certificados. No chatbots.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26424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083624"/>
            <a:ext cx="6675120" cy="338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Conócela en 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71856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Resuelve hoy, no la próxima semana.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