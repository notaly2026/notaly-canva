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eal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5272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22 DE JUNIO · LANZAMIENTO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Llegó Notaly.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6675120" cy="632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0F172A"/>
                </a:solidFill>
                <a:latin typeface="Inter"/>
              </a:rPr>
              <a:t>Tu plataforma legal y contable en Venezuela.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visado en 4 horas.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6675120" cy="632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Original con sello INPRE en 24h, a tu casa.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6675120" cy="696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0F172A"/>
                </a:solidFill>
                <a:latin typeface="Inter"/>
              </a:rPr>
              <a:t>QR verificable: tu contrato es real en 1 escaneo.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5945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17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Abogados venezolanos certificados. No chatbots.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264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0836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Conócela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1856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Resuelve hoy, no la próxima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