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ea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 · LANZAMIENTO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Llegó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Tu plataforma legal y contable en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 contrato visado en 4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Original con sello INPRE en 24h, a tu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0F172A"/>
                </a:solidFill>
                <a:latin typeface="Inter"/>
              </a:rPr>
              <a:t>QR verificable: tu contrato es real en 1 escaneo.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Abogados venezolanos certificados. No chatbots.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977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49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Conócela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3156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Resuelve hoy, no la próxima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