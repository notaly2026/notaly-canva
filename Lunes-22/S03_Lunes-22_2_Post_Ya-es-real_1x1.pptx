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5272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22 DE JUNIO · LANZAMIENTO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18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900" b="1">
                <a:solidFill>
                  <a:srgbClr val="FFFFFF"/>
                </a:solidFill>
                <a:latin typeface="Inter"/>
              </a:rPr>
              <a:t>Notaly ya es real: abogados venezolanos certificados, no chatbots.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