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Esta noche dormimos con un secreto.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Mañana lo sabes todo.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012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696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Activa las notificaciones.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