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716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B2B · LINKEDIN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Tu bufete, ordenado y digital.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0F172A"/>
                </a:solidFill>
                <a:latin typeface="Inter"/>
              </a:rPr>
              <a:t>Dashboard, miembros y wallet propia.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42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Multi-tenant, todo en un lugar.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