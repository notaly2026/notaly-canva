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1600" y="0"/>
            <a:ext cx="10972800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8869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155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612386"/>
            <a:ext cx="6675120" cy="467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Tu bufete,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679061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5136261"/>
            <a:ext cx="6675120" cy="3626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>
                <a:solidFill>
                  <a:srgbClr val="FFFFFF"/>
                </a:solidFill>
                <a:latin typeface="Inter"/>
              </a:rPr>
              <a:t>multi-tenant y ordenado.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298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755386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0F172A"/>
                </a:solidFill>
                <a:latin typeface="Inter"/>
              </a:rPr>
              <a:t>notaly.com.ve/registro-abogado.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