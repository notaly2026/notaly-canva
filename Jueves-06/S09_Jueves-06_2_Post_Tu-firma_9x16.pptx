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LAW_FIRM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678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35886"/>
            <a:ext cx="6675120" cy="9627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Tu firma con Notaly: dashboard, miembros y wallet propia.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