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LAW_FIRM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6769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Tu firma con Notaly: dashboard, miembros y wallet propia.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