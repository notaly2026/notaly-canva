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 bufete, ordenado y digital.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Dashboard, miembros y wallet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Multi-tenant, todo en un lugar.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