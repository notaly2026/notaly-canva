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EDUCACIÓN LEGAL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Divorcio 185-A.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0F172A"/>
                </a:solidFill>
                <a:latin typeface="Inter"/>
              </a:rPr>
              <a:t>Para separaciones de mutuo acuerdo.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0F172A"/>
                </a:solidFill>
                <a:latin typeface="Inter"/>
              </a:rPr>
              <a:t>Más rápido y menos conflictivo.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367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47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Gestionado de principio a fin por un abogado.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733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notaly.com.ve/tramites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