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67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47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F172A"/>
                </a:solidFill>
                <a:latin typeface="Inter"/>
              </a:rPr>
              <a:t>Divorcio 185-A gestionado de principio a fin.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