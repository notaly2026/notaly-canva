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Divorcio 185-A gestionado de principio a fin.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