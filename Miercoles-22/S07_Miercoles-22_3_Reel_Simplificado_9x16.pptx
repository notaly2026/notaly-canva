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lo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8869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REEL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012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469386"/>
            <a:ext cx="6675120" cy="696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FFFFFF"/>
                </a:solidFill>
                <a:latin typeface="Inter"/>
              </a:rPr>
              <a:t>El trámite que creías imposible,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5314061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5771261"/>
            <a:ext cx="6675120" cy="2356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0" b="1">
                <a:solidFill>
                  <a:srgbClr val="FFFFFF"/>
                </a:solidFill>
                <a:latin typeface="Inter"/>
              </a:rPr>
              <a:t>simplificado.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5298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755386"/>
            <a:ext cx="6675120" cy="2388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0F172A"/>
                </a:solidFill>
                <a:latin typeface="Inter"/>
              </a:rPr>
              <a:t>notaly.com.ve/tramites.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