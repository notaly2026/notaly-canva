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Divorcio 185-A.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Para separaciones de mutuo acuerdo.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Más rápido y menos conflictivo.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Gestionado de principio a fin por un abogado.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096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