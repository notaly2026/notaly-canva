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Tu contrato firmado y visado en 4 horas.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