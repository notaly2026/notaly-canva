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el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151561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ACLAREMOS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6946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151886"/>
            <a:ext cx="6675120" cy="7595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Visado no es lo mismo que notaría.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6786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135886"/>
            <a:ext cx="6675120" cy="9627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 b="1">
                <a:solidFill>
                  <a:srgbClr val="0F172A"/>
                </a:solidFill>
                <a:latin typeface="Inter"/>
              </a:rPr>
              <a:t>Notaly visa: un abogado revisa y respalda tu documento.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19644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421636"/>
            <a:ext cx="6675120" cy="9055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Con validez real y sello INPRE físico.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30121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69386"/>
            <a:ext cx="6675120" cy="6960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0" b="1">
                <a:solidFill>
                  <a:srgbClr val="0F172A"/>
                </a:solidFill>
                <a:latin typeface="Inter"/>
              </a:rPr>
              <a:t>No somos una "notaría online". Somos visado profesional.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42821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739386"/>
            <a:ext cx="6675120" cy="4420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500" b="1">
                <a:solidFill>
                  <a:srgbClr val="FFFFFF"/>
                </a:solidFill>
                <a:latin typeface="Inter"/>
              </a:rPr>
              <a:t>Aprende más en notaly.com.ve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