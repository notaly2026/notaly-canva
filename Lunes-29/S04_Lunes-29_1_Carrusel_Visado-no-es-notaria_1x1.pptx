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ACLAREMOS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Visado no es lo mismo que notaría.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Notaly visa: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Con validez real y sello INPRE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89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0F172A"/>
                </a:solidFill>
                <a:latin typeface="Inter"/>
              </a:rPr>
              <a:t>No somos una "notaría online". Somos visado profesional.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Aprende más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