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6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421886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"NDA con un cliente internacional, en horas."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José Ramírez · Maracaibo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