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ESTE SEMESTRE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Digitaliza el legal de tu empresa.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6404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0F172A"/>
                </a:solidFill>
                <a:latin typeface="Inter"/>
              </a:rPr>
              <a:t>Menos oficina, menos colas, más resultados.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929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50186"/>
            <a:ext cx="6675120" cy="505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Pagos VE: Binance, Pago Móvil o transferencia.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