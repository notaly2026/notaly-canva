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Pago prepago: Binance, Pago Móvil o transferencia.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