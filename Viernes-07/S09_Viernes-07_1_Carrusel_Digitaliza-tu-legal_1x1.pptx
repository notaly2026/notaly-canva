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ESTE SEMESTRE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Digitaliza el legal de tu empresa.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Menos oficina, menos colas, más resultados.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Pagos VE: Binance, Pago Móvil o transferencia.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