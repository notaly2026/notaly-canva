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PLUS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96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421886"/>
            <a:ext cx="6675120" cy="505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0F172A"/>
                </a:solidFill>
                <a:latin typeface="Inter"/>
              </a:rPr>
              <a:t>Pago prepago: Binance, Pago Móvil o transferencia.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