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CUÁL TE CONVIENE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¿Firma personal o C.A.?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Firma personal: simple, para empezar solo.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C.A.: para socios, crecer y proteger tu patrimonio.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10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76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Te ayudamos a elegir y constituirla.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