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"De informal a C.A. con RIF en días."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51237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969573"/>
            <a:ext cx="6675120" cy="39597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Emprendedor con Notaly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notaly.com.ve/tramites.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