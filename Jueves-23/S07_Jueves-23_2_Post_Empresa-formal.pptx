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empresa formal, sin vueltas: RIF, registro y listo.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