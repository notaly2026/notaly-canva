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 ORIENTAMOS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4155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612386"/>
            <a:ext cx="6675120" cy="4674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¿Consulta o caso?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964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421636"/>
            <a:ext cx="6675120" cy="905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Consulta: hablas con un abogado por una duda.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0F172A"/>
                </a:solidFill>
                <a:latin typeface="Inter"/>
              </a:rPr>
              <a:t>Caso: publicas y hasta 4 abogados te contactan.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26946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151886"/>
            <a:ext cx="6675120" cy="7595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FFFFFF"/>
                </a:solidFill>
                <a:latin typeface="Inter"/>
              </a:rPr>
              <a:t>Cuenta tu caso es gratis. Siempre.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