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¿Consulta o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Consulta: hablas con un abogado por una duda.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Caso: publicas y 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86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FFFFFF"/>
                </a:solidFill>
                <a:latin typeface="Inter"/>
              </a:rPr>
              <a:t>Cuenta tu caso es gratis. Siempre.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