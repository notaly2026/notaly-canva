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77291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HISTORIA · ENCUESTA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¿Tienes un caso legal parado?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074699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Inter"/>
              </a:rPr>
              <a:t>Sí · 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