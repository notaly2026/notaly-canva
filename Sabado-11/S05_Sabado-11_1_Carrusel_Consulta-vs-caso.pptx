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 ORIENTAMOS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83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406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¿Consulta o caso?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Consulta: hablas con un abogado por una duda.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Caso: publicas y hasta 4 abogados te contactan.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Cuenta tu caso es gratis. Siempre.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