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Publica este fin de semana y el lunes te contactan.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