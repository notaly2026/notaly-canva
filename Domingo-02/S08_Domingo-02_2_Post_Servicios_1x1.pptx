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45331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NOTALY.COM.VE/SERVICIOS-CONTABLES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Balances, ISLR, certificación de ingresos y comisaría.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