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CAJA DE PREGUNTAS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¿Qué duda contable tienes?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0167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Pregúntanos.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