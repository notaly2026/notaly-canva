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Contable de la semana,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77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Balances · ISLR · certificaciones · comisaría.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