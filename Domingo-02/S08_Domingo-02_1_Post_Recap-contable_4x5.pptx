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15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72436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Contable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083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Balances · ISLR · certificaciones · comisaría.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