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675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4736"/>
            <a:ext cx="6675120" cy="384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FFFFFF"/>
                </a:solidFill>
                <a:latin typeface="Inter"/>
              </a:rPr>
              <a:t>Todo lo legal y contable, en un solo lugar.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