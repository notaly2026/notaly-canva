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RESPONDIDAS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5 preguntas frecuentes sobre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¿Es válido? Sí: visado por abogado y sello INPRE.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¿Cuánto tarda? 4h digital, 24h físico.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¿Cómo pago? Binance, Pago Móvil o transferencia.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00742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4623"/>
            <a:ext cx="6675120" cy="2626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900" b="1">
                <a:solidFill>
                  <a:srgbClr val="FFFFFF"/>
                </a:solidFill>
                <a:latin typeface="Inter"/>
              </a:rPr>
              <a:t>Más en notaly.com.ve/faq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