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8229600" cy="14630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77240" y="777240"/>
            <a:ext cx="88696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REEL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96443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421636"/>
            <a:ext cx="6675120" cy="9055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200" b="1">
                <a:solidFill>
                  <a:srgbClr val="FFFFFF"/>
                </a:solidFill>
                <a:latin typeface="Inter"/>
              </a:rPr>
              <a:t>Lo que un trámite te cuesta y no ves: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77240" y="415518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612386"/>
            <a:ext cx="6675120" cy="4674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200" b="1">
                <a:solidFill>
                  <a:srgbClr val="0F172A"/>
                </a:solidFill>
                <a:latin typeface="Inter"/>
              </a:rPr>
              <a:t>Tu día libre.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286494"/>
            <a:ext cx="6675120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0F172A"/>
                </a:solidFill>
                <a:latin typeface="Inter"/>
              </a:rPr>
              <a:t>Comenta si te ha pasado.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6702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0F172A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