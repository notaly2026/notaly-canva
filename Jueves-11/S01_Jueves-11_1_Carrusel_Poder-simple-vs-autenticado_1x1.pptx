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67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4736"/>
            <a:ext cx="6675120" cy="384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73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