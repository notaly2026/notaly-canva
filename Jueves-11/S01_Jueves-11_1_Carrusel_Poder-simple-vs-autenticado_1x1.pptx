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>
                <a:solidFill>
                  <a:srgbClr val="FFFFFF"/>
                </a:solidFill>
                <a:latin typeface="Inter"/>
              </a:rPr>
              <a:t>¿Poder simple o autenticado?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Poder simple: para actos sencillos del día a día.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Autenticado: cuando hay que probar tu firma ante terceros.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Elegir mal te hace repetir el trámite.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356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Pronto te ayudamos a elegir bien.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770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Síguenos, esto recién empieza.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