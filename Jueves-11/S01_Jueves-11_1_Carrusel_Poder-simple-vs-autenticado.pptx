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82296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77240" y="777240"/>
            <a:ext cx="226999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EDUCACIÓN LEGAL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95173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2408936"/>
            <a:ext cx="6675120" cy="4737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000" b="1">
                <a:solidFill>
                  <a:srgbClr val="0F172A"/>
                </a:solidFill>
                <a:latin typeface="Inter"/>
              </a:rPr>
              <a:t>¿Poder simple o autenticado?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283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Poder simple: para actos sencillos del día a día.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283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Autenticado: cuando hay que probar tu firma ante terceros.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2197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Elegir mal te hace repetir el trámite.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77240" y="176123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218436"/>
            <a:ext cx="6675120" cy="5118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600" b="1">
                <a:solidFill>
                  <a:srgbClr val="0F172A"/>
                </a:solidFill>
                <a:latin typeface="Inter"/>
              </a:rPr>
              <a:t>Pronto te ayudamos a elegir bien.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337044"/>
            <a:ext cx="6675120" cy="1118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0">
                <a:solidFill>
                  <a:srgbClr val="0F172A"/>
                </a:solidFill>
                <a:latin typeface="Inter"/>
              </a:rPr>
              <a:t>Síguenos, esto recién empieza.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93268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0F172A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