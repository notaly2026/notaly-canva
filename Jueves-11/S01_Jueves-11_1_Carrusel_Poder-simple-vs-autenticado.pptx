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¿Poder simple o autenticado?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Poder simple: para actos sencillos del día a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Autenticado: cuando hay que probar tu firma ante terceros.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Elegir mal te hace repetir el trámite.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61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18436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Pronto te ayudamos a elegir bien.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37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Síguenos, esto recién empieza.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