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ASÍ ES NOTALY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Sin citas. Sin filas. Sin oficinas.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