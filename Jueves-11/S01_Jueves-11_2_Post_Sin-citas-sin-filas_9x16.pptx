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aptop_cla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78000" y="0"/>
            <a:ext cx="117856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01853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ASÍ ES NOTALY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4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151886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Sin citas. Sin filas. Sin oficinas.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07469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