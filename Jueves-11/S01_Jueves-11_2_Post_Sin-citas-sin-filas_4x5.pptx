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82296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negoc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2288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02870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89154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777240"/>
            <a:ext cx="201853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ASÍ ES NOTALY</a:t>
            </a:r>
          </a:p>
        </p:txBody>
      </p:sp>
      <p:sp>
        <p:nvSpPr>
          <p:cNvPr id="6" name="Rectangle 5"/>
          <p:cNvSpPr/>
          <p:nvPr/>
        </p:nvSpPr>
        <p:spPr>
          <a:xfrm>
            <a:off x="777240" y="18882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5436"/>
            <a:ext cx="6675120" cy="486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Inter"/>
              </a:rPr>
              <a:t>Sin citas. Sin filas. Sin oficinas.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7210044"/>
            <a:ext cx="6675120" cy="1118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0">
                <a:solidFill>
                  <a:srgbClr val="FFFFFF"/>
                </a:solidFill>
                <a:latin typeface="Inter"/>
              </a:rPr>
              <a:t>notaly.com.ve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93268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