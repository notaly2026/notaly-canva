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23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580636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FFFFFF"/>
                </a:solidFill>
                <a:latin typeface="Inter"/>
              </a:rPr>
              <a:t>¿Poder simple o autenticado?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Poder simple: para actos sencillos del día a día.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Autenticado: cuando hay que probar tu firma ante terceros.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Elegir mal te hace repetir el trámite.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En Notaly un abogado te ayuda a elegir bien.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14772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