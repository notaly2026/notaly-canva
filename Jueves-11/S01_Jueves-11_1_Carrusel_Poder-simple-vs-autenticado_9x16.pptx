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23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5806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Pronto te ayudamos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Síguenos, esto recién empieza.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