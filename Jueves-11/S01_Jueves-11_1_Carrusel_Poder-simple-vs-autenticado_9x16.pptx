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¿Poder simple o autenticado?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Poder simple: para actos sencillos del día a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Autenticado: cuando hay que probar tu firma ante terceros.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mal te hace repetir el trámite.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En Notaly un abogado te ayuda a elegir bien.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