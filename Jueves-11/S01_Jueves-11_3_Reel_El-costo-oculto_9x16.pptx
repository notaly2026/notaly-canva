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71600" y="0"/>
            <a:ext cx="109728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Lo que un trámite te cuesta y no ves: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lo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día libre.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928649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Comenta si te ha pasado.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