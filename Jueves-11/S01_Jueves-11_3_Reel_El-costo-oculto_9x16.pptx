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Lo que un trámite te cuesta y no ves: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155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6123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Tu día libre.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678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36136"/>
            <a:ext cx="6675120" cy="562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Recupéralo con Notaly.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7627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notaly.com.ve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