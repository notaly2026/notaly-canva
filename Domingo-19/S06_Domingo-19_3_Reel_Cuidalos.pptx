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Feliz Día del Niño.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Cuídalos también en lo legal.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