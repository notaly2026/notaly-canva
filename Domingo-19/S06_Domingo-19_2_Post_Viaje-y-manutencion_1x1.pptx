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LOPNNA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57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Inter"/>
              </a:rPr>
              <a:t>Autorización de viaje y manutención, con respaldo legal.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