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19 DE JULIO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Feliz Día del Niño.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Protegerlos también es tener los papeles en regla.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4565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913761"/>
            <a:ext cx="6675120" cy="807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Autorización de viaje, manutención: con respaldo legal (LOPNNA).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