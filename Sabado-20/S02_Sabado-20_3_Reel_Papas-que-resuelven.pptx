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301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469386"/>
            <a:ext cx="6675120" cy="696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Para los papás que siempre resuelven.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Pronto, resolver será más fácil.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0F172A"/>
                </a:solidFill>
                <a:latin typeface="Inter"/>
              </a:rPr>
              <a:t>Etiqueta a uno.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