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r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71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88696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REEL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30121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3469386"/>
            <a:ext cx="6675120" cy="6960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400" b="1">
                <a:solidFill>
                  <a:srgbClr val="FFFFFF"/>
                </a:solidFill>
                <a:latin typeface="Inter"/>
              </a:rPr>
              <a:t>Para los papás que siempre resuelven.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r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71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6946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3151886"/>
            <a:ext cx="6675120" cy="7595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Pronto, resolver será más fácil.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r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71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41551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612386"/>
            <a:ext cx="6675120" cy="4674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Etiqueta a uno.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