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69386"/>
            <a:ext cx="6675120" cy="696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Para los papás que siempre resuelven.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Ahora resolver lo legal es más fácil.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Etiqueta a uno.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