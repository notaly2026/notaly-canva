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8229600" cy="146304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777240" y="777240"/>
            <a:ext cx="2395728" cy="373380"/>
          </a:xfrm>
          <a:prstGeom prst="roundRect">
            <a:avLst>
              <a:gd name="adj" fmla="val 50000"/>
            </a:avLst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128016" rIns="128016" tIns="18288" bIns="18288"/>
          <a:lstStyle/>
          <a:p>
            <a:pPr algn="ctr"/>
            <a:r>
              <a:rPr sz="1500" b="1">
                <a:solidFill>
                  <a:srgbClr val="0F172A"/>
                </a:solidFill>
                <a:latin typeface="Inter"/>
              </a:rPr>
              <a:t>CUENTA REGRESIVA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77240" y="1435608"/>
            <a:ext cx="6675120" cy="18288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90000"/>
              </a:lnSpc>
            </a:pPr>
            <a:r>
              <a:rPr sz="12000" b="1">
                <a:solidFill>
                  <a:srgbClr val="7C3AED"/>
                </a:solidFill>
                <a:latin typeface="Inter"/>
              </a:rPr>
              <a:t>2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" y="3264408"/>
            <a:ext cx="6675120" cy="2197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4000" b="1">
                <a:solidFill>
                  <a:srgbClr val="0F172A"/>
                </a:solidFill>
                <a:latin typeface="Inter"/>
              </a:rPr>
              <a:t>días para el lanzamiento oficial.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5462016"/>
            <a:ext cx="6675120" cy="8356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2200" b="0">
                <a:solidFill>
                  <a:srgbClr val="0F172A"/>
                </a:solidFill>
                <a:latin typeface="Inter"/>
              </a:rPr>
              <a:t>Early access abierto: notaly.com.ve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77240" y="13670280"/>
            <a:ext cx="667512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800" b="1">
                <a:solidFill>
                  <a:srgbClr val="7C3AED"/>
                </a:solidFill>
                <a:latin typeface="Inter"/>
              </a:rPr>
              <a:t>●  </a:t>
            </a:r>
            <a:r>
              <a:rPr sz="1800" b="1">
                <a:solidFill>
                  <a:srgbClr val="0F172A"/>
                </a:solidFill>
                <a:latin typeface="Inter"/>
              </a:rPr>
              <a:t>Notaly   @notaly.ve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