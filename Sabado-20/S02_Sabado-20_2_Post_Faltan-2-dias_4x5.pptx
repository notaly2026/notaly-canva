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CUENTA REGRESIVA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35608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64408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días para el lanzamiento oficial.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62016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notaly.com.ve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