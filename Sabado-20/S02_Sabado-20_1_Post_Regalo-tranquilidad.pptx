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MAÑANA, DÍA DEL PADRE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El mejor regalo a veces es tranquilidad.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