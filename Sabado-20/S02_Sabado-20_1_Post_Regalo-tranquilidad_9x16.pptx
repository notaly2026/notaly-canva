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MAÑANA, DÍA DEL PADRE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76624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23448"/>
            <a:ext cx="6675120" cy="5451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El mejor regalo a veces es tranquilidad.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675431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Un poder o un testamento,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