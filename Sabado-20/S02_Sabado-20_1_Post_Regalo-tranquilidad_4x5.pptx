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37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4686"/>
            <a:ext cx="6675120" cy="416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860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