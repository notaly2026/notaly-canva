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MAÑANA, DÍA DEL PADRE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37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694686"/>
            <a:ext cx="6675120" cy="4166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100" b="1">
                <a:solidFill>
                  <a:srgbClr val="FFFFFF"/>
                </a:solidFill>
                <a:latin typeface="Inter"/>
              </a:rPr>
              <a:t>El mejor regalo a veces es tranquilidad.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8607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Un poder o un testamento, resuelto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