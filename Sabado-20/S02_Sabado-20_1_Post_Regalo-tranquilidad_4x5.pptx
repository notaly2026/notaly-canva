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PADRE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37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4686"/>
            <a:ext cx="6675120" cy="416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100" b="1">
                <a:solidFill>
                  <a:srgbClr val="FFFFFF"/>
                </a:solidFill>
                <a:latin typeface="Inter"/>
              </a:rPr>
              <a:t>El mejor regalo a veces es tranquilidad.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8607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poder o un testamento,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