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110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76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Testimonios reales de toda Venezuela.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87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+2.400 contratos · 4.9/5.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