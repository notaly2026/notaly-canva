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¿Qué te gustaría preguntarle a un abogado?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151681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