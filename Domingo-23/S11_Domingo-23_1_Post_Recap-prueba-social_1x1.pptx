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2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19986"/>
            <a:ext cx="6675120" cy="365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0F172A"/>
                </a:solidFill>
                <a:latin typeface="Inter"/>
              </a:rPr>
              <a:t>Testimonios reales de toda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780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contratos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