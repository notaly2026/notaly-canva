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Algo viene para Venezuela.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Empieza la cuenta regresiva.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Comenta "ya" para enterarte primero.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