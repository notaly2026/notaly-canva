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3678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36136"/>
            <a:ext cx="6675120" cy="5626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Algo viene para Venezuela.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3678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36136"/>
            <a:ext cx="6675120" cy="5626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0F172A"/>
                </a:solidFill>
                <a:latin typeface="Inter"/>
              </a:rPr>
              <a:t>Empieza la cuenta regresiva.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0F172A"/>
                </a:solidFill>
                <a:latin typeface="Inter"/>
              </a:rPr>
              <a:t>Comenta "ya" para enterarte primero.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