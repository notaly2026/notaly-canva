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DATO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345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02636"/>
            <a:ext cx="6675120" cy="829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¿Sabías que un contrato sin causa lícita es nulo?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09624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Asesórate con un abogado.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