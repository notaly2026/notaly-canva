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992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56486"/>
            <a:ext cx="6675120" cy="378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415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