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ta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992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4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El papeleo no descansa. Notaly tampoco: resuelve en línea cuando quieras.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415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