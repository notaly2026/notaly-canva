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9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77136"/>
            <a:ext cx="6675120" cy="994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El papeleo no descansa. Notaly tampoco: resuelve en línea cuando quieras.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9217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