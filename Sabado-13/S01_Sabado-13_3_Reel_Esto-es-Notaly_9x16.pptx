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Notaly ya está aquí.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asesoría legal, 100% en línea.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798124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255324"/>
            <a:ext cx="6675120" cy="338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Conócenos: 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