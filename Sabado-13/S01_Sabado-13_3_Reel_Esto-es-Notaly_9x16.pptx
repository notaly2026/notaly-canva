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Notaly ya está aquí.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asesoría legal, 100%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Conócenos: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