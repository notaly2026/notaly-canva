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Notaly ya está aquí.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asesoría legal, 100% en línea.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7981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2553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Conócenos: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