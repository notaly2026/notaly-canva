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</p:sldIdLst>
  <p:sldSz cx="8229600" cy="146304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2.png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phone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ounded Rectangle 3"/>
          <p:cNvSpPr/>
          <p:nvPr/>
        </p:nvSpPr>
        <p:spPr>
          <a:xfrm>
            <a:off x="777240" y="777240"/>
            <a:ext cx="886968" cy="373380"/>
          </a:xfrm>
          <a:prstGeom prst="roundRect">
            <a:avLst>
              <a:gd name="adj" fmla="val 50000"/>
            </a:avLst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none" lIns="128016" rIns="128016" tIns="18288" bIns="18288"/>
          <a:lstStyle/>
          <a:p>
            <a:pPr algn="ctr"/>
            <a:r>
              <a:rPr sz="1500" b="1">
                <a:solidFill>
                  <a:srgbClr val="0F172A"/>
                </a:solidFill>
                <a:latin typeface="Inter"/>
              </a:rPr>
              <a:t>REEL</a:t>
            </a:r>
          </a:p>
        </p:txBody>
      </p:sp>
      <p:sp>
        <p:nvSpPr>
          <p:cNvPr id="5" name="Rectangle 4"/>
          <p:cNvSpPr/>
          <p:nvPr/>
        </p:nvSpPr>
        <p:spPr>
          <a:xfrm>
            <a:off x="777240" y="342493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3882136"/>
            <a:ext cx="6675120" cy="61346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Notaly ya está aquí.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777240" y="2694686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77240" y="3151886"/>
            <a:ext cx="6675120" cy="75951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9200" b="1">
                <a:solidFill>
                  <a:srgbClr val="FFFFFF"/>
                </a:solidFill>
                <a:latin typeface="Inter"/>
              </a:rPr>
              <a:t>Tu asesoría legal, 100% en línea.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F172A"/>
        </a:solidFill>
        <a:effectLst/>
      </p:bgPr>
    </p:bg>
    <p:spTree>
      <p:nvGrpSpPr>
        <p:cNvPr id="1" name=""/>
        <p:cNvGrpSpPr/>
        <p:nvPr/>
      </p:nvGrpSpPr>
      <p:grpSpPr/>
      <p:pic>
        <p:nvPicPr>
          <p:cNvPr id="2" name="Picture 1" descr="firma.png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0" y="-57150"/>
            <a:ext cx="8229600" cy="14744700"/>
          </a:xfrm>
          <a:prstGeom prst="rect">
            <a:avLst/>
          </a:prstGeom>
        </p:spPr>
      </p:pic>
      <p:sp>
        <p:nvSpPr>
          <p:cNvPr id="3" name="Rectangle 2"/>
          <p:cNvSpPr/>
          <p:nvPr/>
        </p:nvSpPr>
        <p:spPr>
          <a:xfrm>
            <a:off x="0" y="0"/>
            <a:ext cx="8229600" cy="14630400"/>
          </a:xfrm>
          <a:prstGeom prst="rect">
            <a:avLst/>
          </a:prstGeom>
          <a:solidFill>
            <a:srgbClr val="0F172A">
              <a:alpha val="50000"/>
            </a:srgbClr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0" y="13258800"/>
            <a:ext cx="8229600" cy="1371600"/>
          </a:xfrm>
          <a:prstGeom prst="rect">
            <a:avLst/>
          </a:prstGeom>
          <a:gradFill>
            <a:gsLst>
              <a:gs pos="0">
                <a:srgbClr val="0F172A">
                  <a:alpha val="0"/>
                </a:srgbClr>
              </a:gs>
              <a:gs pos="100000">
                <a:srgbClr val="0F172A">
                  <a:alpha val="78000"/>
                </a:srgbClr>
              </a:gs>
            </a:gsLst>
            <a:lin ang="5400000" scaled="1"/>
          </a:gra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4798124"/>
            <a:ext cx="1371600" cy="146304"/>
          </a:xfrm>
          <a:prstGeom prst="rect">
            <a:avLst/>
          </a:prstGeom>
          <a:solidFill>
            <a:srgbClr val="7C3AE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77240" y="5255324"/>
            <a:ext cx="6675120" cy="33882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6500" b="1">
                <a:solidFill>
                  <a:srgbClr val="FFFFFF"/>
                </a:solidFill>
                <a:latin typeface="Inter"/>
              </a:rPr>
              <a:t>Conócenos: notaly.com.ve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77240" y="13670280"/>
            <a:ext cx="6675120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0000"/>
              </a:lnSpc>
            </a:pPr>
            <a:r>
              <a:rPr sz="1800" b="1">
                <a:solidFill>
                  <a:srgbClr val="7C3AED"/>
                </a:solidFill>
                <a:latin typeface="Inter"/>
              </a:rPr>
              <a:t>●  </a:t>
            </a:r>
            <a:r>
              <a:rPr sz="1800" b="1">
                <a:solidFill>
                  <a:srgbClr val="FFFFFF"/>
                </a:solidFill>
                <a:latin typeface="Inter"/>
              </a:rPr>
              <a:t>Notaly   @notaly.ve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