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92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0186"/>
            <a:ext cx="6675120" cy="505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05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Asesórate con un abogado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