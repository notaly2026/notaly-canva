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DATO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48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057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¿Sabías que un contrato sin causa lícita es nulo?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92343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Asesórate con un abogado.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