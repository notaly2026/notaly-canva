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ndshake_cla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993227"/>
            <a:ext cx="8229600" cy="102160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164134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DATO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485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05736"/>
            <a:ext cx="6675120" cy="3086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Inter"/>
              </a:rPr>
              <a:t>¿Sabías que un contrato sin causa lícita es nulo?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92343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Asesórate con un abogado.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