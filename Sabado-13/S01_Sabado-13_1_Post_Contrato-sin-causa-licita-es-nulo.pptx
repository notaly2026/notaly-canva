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64134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DATO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75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32686"/>
            <a:ext cx="6675120" cy="569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¿Sabías que un contrato sin causa lícita es nulo?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