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82296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oficin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342900"/>
            <a:ext cx="8229600" cy="109728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102870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915400"/>
            <a:ext cx="8229600" cy="1371600"/>
          </a:xfrm>
          <a:prstGeom prst="rect">
            <a:avLst/>
          </a:prstGeom>
          <a:gradFill>
            <a:gsLst>
              <a:gs pos="0">
                <a:srgbClr val="0F172A">
                  <a:alpha val="0"/>
                </a:srgbClr>
              </a:gs>
              <a:gs pos="100000">
                <a:srgbClr val="0F172A">
                  <a:alpha val="78000"/>
                </a:srgbClr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77240" y="777240"/>
            <a:ext cx="2395728" cy="37338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0F172A"/>
                </a:solidFill>
                <a:latin typeface="Inter"/>
              </a:rPr>
              <a:t>NOTALY VENEZUELA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07236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964436"/>
            <a:ext cx="6675120" cy="5626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5600" b="1">
                <a:solidFill>
                  <a:srgbClr val="FFFFFF"/>
                </a:solidFill>
                <a:latin typeface="Inter"/>
              </a:rPr>
              <a:t>El papeleo no descansa. Notaly tampoco: resuelve en línea cuando quieras.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7591044"/>
            <a:ext cx="6675120" cy="11181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0">
                <a:solidFill>
                  <a:srgbClr val="FFFFFF"/>
                </a:solidFill>
                <a:latin typeface="Inter"/>
              </a:rPr>
              <a:t>notaly.com.ve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93268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7C3AED"/>
                </a:solidFill>
                <a:latin typeface="Inter"/>
              </a:rPr>
              <a:t>●  </a:t>
            </a:r>
            <a:r>
              <a:rPr sz="1800" b="1">
                <a:solidFill>
                  <a:srgbClr val="FFFFFF"/>
                </a:solidFill>
                <a:latin typeface="Inter"/>
              </a:rPr>
              <a:t>Notaly   @notaly.ve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