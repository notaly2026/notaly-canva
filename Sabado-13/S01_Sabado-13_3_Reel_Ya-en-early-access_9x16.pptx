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ya está aquí.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Asesoría legal 100% en línea, en early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Lanzamiento oficial: 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40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Entra ya: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