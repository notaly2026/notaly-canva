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38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Inter"/>
              </a:rPr>
              <a:t>El papeleo no descansa. Tu solución, pronto, estará lista 24/7.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