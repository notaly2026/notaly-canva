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96092"/>
            <a:ext cx="8229600" cy="110217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82296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777240"/>
            <a:ext cx="214426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B2B · LINKEDIN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6675120" cy="45788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>
                <a:solidFill>
                  <a:srgbClr val="FFFFFF"/>
                </a:solidFill>
                <a:latin typeface="Inter"/>
              </a:rPr>
              <a:t>Comisaría para tu C.A., con respaldo profesional.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72694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