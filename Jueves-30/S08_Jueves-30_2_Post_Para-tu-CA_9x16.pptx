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B2B · LINKEDIN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Inter"/>
              </a:rPr>
              <a:t>Comisaría para tu C.A., con respaldo profesional.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