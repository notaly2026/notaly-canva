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8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2061"/>
            <a:ext cx="6675120" cy="553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Comisaría para tu C.A., con respaldo profesional.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