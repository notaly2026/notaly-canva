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"Ordené mis números y dejé de improvisar."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Empresa con Notaly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