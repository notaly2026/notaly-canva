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716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89280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PARA TU C.A.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10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Comisaría: qué es y cuándo la necesitas.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537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F172A"/>
                </a:solidFill>
                <a:latin typeface="Inter"/>
              </a:rPr>
              <a:t>Es el control de cuentas que exige tu empresa.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Con respaldo de un C.P.C. colegiado.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