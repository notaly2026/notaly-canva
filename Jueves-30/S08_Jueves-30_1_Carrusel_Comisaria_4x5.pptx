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TU C.A.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Comisaría: qué es y cuándo la necesitas.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Es el control de cuentas que exige tu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 respaldo de un C.P.C. colegiado.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