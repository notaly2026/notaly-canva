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Solo abogados inscritos en el INPRE. Calidad garantizada.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