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Requisitos para unirte como abogado.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Inscrito en el INPRE y al día.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Cédula y datos de contacto.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Listo: empieza a recibir casos.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