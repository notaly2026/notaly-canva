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Cumples los requisitos.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Únete hoy.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notaly.com.ve/abogados.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