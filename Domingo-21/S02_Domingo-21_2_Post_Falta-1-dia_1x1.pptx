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82296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77240" y="777240"/>
            <a:ext cx="277291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MAÑANA, 22 DE JUNIO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435608"/>
            <a:ext cx="6675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7C3AED"/>
                </a:solidFill>
                <a:latin typeface="Inter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264408"/>
            <a:ext cx="6675120" cy="2197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día para el lanzamiento oficial.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62016"/>
            <a:ext cx="6675120" cy="8356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>
                <a:solidFill>
                  <a:srgbClr val="0F172A"/>
                </a:solidFill>
                <a:latin typeface="Inter"/>
              </a:rPr>
              <a:t>notaly.com.ve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72694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0F172A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