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MAÑANA, 22 DE JUNIO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 para el lanzamiento oficial.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62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Ya puedes entrar: notaly.com.ve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