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lo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571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239572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NOTALY VENEZUELA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34249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882136"/>
            <a:ext cx="6675120" cy="6134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Feliz Día del Padre.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0016744"/>
            <a:ext cx="6675120" cy="1943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Un poder, un testamento: a veces el regalo es tranquilidad. notaly.com.ve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