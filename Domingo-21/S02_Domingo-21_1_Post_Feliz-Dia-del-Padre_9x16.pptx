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Feliz Día del Padre.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0167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poder, un testamento: a veces el regalo es tranquilidad.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