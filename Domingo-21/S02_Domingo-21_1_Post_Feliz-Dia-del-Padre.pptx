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73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31186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Feliz Día del Padre.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9242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Un poder, un testamento: a veces el regalo es tranquilidad.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