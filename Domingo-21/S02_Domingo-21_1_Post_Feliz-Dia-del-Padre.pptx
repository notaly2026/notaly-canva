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 VENEZUELA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1739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631186"/>
            <a:ext cx="6675120" cy="4293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0" b="1">
                <a:solidFill>
                  <a:srgbClr val="0F172A"/>
                </a:solidFill>
                <a:latin typeface="Inter"/>
              </a:rPr>
              <a:t>Feliz Día del Padre.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24294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0F172A"/>
                </a:solidFill>
                <a:latin typeface="Inter"/>
              </a:rPr>
              <a:t>Un poder, un testamento: a veces el regalo es tranquilidad.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0F172A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