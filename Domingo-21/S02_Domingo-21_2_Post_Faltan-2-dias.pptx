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32758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MAÑANA, DÍA DEL ABOGADO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reveal.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27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23 de junio.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