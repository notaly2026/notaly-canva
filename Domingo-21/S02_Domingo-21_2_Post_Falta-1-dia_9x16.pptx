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22 DE JUNIO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Ya puedes entrar: 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