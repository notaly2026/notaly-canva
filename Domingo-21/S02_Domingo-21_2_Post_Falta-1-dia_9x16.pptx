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MAÑANA LLEGA NOTALY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35608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264408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día para el reveal.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827016"/>
            <a:ext cx="6675120" cy="8356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0">
                <a:solidFill>
                  <a:srgbClr val="0F172A"/>
                </a:solidFill>
                <a:latin typeface="Inter"/>
              </a:rPr>
              <a:t>22 de junio.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