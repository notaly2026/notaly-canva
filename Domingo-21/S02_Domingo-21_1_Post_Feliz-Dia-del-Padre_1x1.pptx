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167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73986"/>
            <a:ext cx="6675120" cy="315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Feliz Día del Padre.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240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Un poder, un testamento: a veces el regalo es tranquilidad.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