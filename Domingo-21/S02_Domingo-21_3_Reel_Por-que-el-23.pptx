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8869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REEL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6675120" cy="10516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Mañana entiendes por qué el 23 de junio es EL día.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41551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612386"/>
            <a:ext cx="6675120" cy="4674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0F172A"/>
                </a:solidFill>
                <a:latin typeface="Inter"/>
              </a:rPr>
              <a:t>No te lo pierdas.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