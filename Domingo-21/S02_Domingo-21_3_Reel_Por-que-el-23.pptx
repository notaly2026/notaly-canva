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Mañana entiendes por qué el 23 de junio es EL día.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No te lo pierdas.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