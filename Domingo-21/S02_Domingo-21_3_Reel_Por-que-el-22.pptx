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Mañana, 22 de junio, llega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 te lo pierdas.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