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78811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36011"/>
            <a:ext cx="6675120" cy="7626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Mañana, 22 de junio, es el lanzamiento oficial.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Conócenos hoy en el sitio.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5314061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771261"/>
            <a:ext cx="6675120" cy="2356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