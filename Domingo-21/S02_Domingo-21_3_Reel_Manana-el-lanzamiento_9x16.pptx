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788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36011"/>
            <a:ext cx="6675120" cy="7626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Mañana, 22 de junio, es el lanzamiento oficial.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Pero ya puedes probarlo en early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Entra hoy: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