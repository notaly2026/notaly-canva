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Mañana, 22 de junio, es el lanzamiento oficial.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Conócenos hoy en el sitio.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140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71261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