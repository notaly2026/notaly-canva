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3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31186"/>
            <a:ext cx="6675120" cy="429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Feliz Día del Padre.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924294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poder, un testamento: a veces el regalo es tranquilidad.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