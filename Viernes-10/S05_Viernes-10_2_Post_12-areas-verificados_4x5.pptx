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86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2061"/>
            <a:ext cx="6675120" cy="5531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Inter"/>
              </a:rPr>
              <a:t>12 áreas legales, abogados venezolanos verificados.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