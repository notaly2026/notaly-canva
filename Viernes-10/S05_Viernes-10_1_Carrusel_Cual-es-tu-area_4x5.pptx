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12 ÁREAS LEGALES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¿Cuál es tu caso?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2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0F172A"/>
                </a:solidFill>
                <a:latin typeface="Inter"/>
              </a:rPr>
              <a:t>Un despido. Un divorcio. Una herencia.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Un arriendo. Un accidente. Una deuda.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72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Sea cual sea, hay un abogado para 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Publica gratis. Hasta 4 te contactan.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