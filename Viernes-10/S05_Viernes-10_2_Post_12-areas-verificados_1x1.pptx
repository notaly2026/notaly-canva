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57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12 áreas legales, abogados venezolanos verificados.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