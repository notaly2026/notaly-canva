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12 ÁREAS LEGALES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¿Cuál es tu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Un despido. Un divorcio. Una herencia.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Un arriendo. Un accidente. Una deuda.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Sea cual sea, hay un abogado para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Publica gratis. Hasta 4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