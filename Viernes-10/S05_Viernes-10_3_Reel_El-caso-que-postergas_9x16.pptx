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El caso que llevas postergando,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cuéntalo gratis hoy.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Hasta 4 abogados, sin spam.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