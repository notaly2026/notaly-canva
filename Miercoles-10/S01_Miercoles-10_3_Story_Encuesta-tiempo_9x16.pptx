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ENCUE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Cuánto tardó tu último trámi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oras · Días · Seman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