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¿Tienes un caso legal?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167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gratis. Un abogado te atiende; hasta 4 te contactan.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