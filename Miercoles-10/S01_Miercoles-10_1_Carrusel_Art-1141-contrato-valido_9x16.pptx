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 bien hecho, visado por un abogado.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Más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