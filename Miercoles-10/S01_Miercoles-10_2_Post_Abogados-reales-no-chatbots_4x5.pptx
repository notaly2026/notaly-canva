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673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NOTALY VENEZUELA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94548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051748"/>
            <a:ext cx="6675120" cy="54519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500" b="1">
                <a:solidFill>
                  <a:srgbClr val="7C3AED"/>
                </a:solidFill>
                <a:latin typeface="Inter"/>
              </a:rPr>
              <a:t>No chatbots.</a:t>
            </a:r>
            <a:r>
              <a:rPr sz="6500" b="1">
                <a:solidFill>
                  <a:srgbClr val="FFFFFF"/>
                </a:solidFill>
                <a:latin typeface="Inter"/>
              </a:rPr>
              <a:t> Abogados venezolanos certificados.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