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deollamad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532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10498"/>
            <a:ext cx="6675120" cy="513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1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1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4498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