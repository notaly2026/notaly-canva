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2575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26999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CÓDIGO CIVIL VE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¿Qué hace válido un contrato en Venezuela?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Consentimiento.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Las partes están de acuerdo.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Objeto.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Sobre qué se contrata.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Causa lícita.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168648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Un fin permitido por la ley.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4945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1736"/>
            <a:ext cx="6675120" cy="359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Tu contrato bien hecho, visado por un abogado.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5463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 · early access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