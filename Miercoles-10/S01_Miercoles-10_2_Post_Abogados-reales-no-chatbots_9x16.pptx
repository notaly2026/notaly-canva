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7662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234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65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67543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