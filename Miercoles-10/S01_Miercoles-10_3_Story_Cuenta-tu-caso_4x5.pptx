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64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21686"/>
            <a:ext cx="6675120" cy="39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733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