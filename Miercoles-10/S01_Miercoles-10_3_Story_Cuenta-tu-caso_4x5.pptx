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hat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64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21686"/>
            <a:ext cx="6675120" cy="39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¿Tienes un caso legal?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7337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gratis. Un abogado te atiende; hasta 4 te contactan.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