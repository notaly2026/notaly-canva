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ENCU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¿Cuánto tardó tu último trámi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Horas · Días · Seman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