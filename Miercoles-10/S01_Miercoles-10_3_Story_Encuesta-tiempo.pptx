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ENCUESTA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¿Cuánto tardó tu último trámite?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746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Horas · Días · Semanas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