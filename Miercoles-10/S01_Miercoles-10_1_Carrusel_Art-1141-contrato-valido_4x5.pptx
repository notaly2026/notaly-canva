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82296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ir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2228850"/>
            <a:ext cx="8229600" cy="147447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02870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777240"/>
            <a:ext cx="226999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CÓDIGO CIVIL VE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280160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37360"/>
            <a:ext cx="6675120" cy="664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0" b="1">
                <a:solidFill>
                  <a:srgbClr val="FFFFFF"/>
                </a:solidFill>
                <a:latin typeface="Inter"/>
              </a:rPr>
              <a:t>¿Qué hace válido un contrato en Venezuela?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2000" b="1">
                <a:solidFill>
                  <a:srgbClr val="7C3AED"/>
                </a:solidFill>
                <a:latin typeface="Inter"/>
              </a:rP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606040"/>
            <a:ext cx="6675120" cy="156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Consentimiento.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4168648"/>
            <a:ext cx="6675120" cy="8356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>
                <a:solidFill>
                  <a:srgbClr val="0F172A"/>
                </a:solidFill>
                <a:latin typeface="Inter"/>
              </a:rPr>
              <a:t>Las partes están de acuerdo.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2000" b="1">
                <a:solidFill>
                  <a:srgbClr val="7C3AED"/>
                </a:solidFill>
                <a:latin typeface="Inter"/>
              </a:rPr>
              <a:t>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606040"/>
            <a:ext cx="6675120" cy="156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Objeto.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4168648"/>
            <a:ext cx="6675120" cy="8356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>
                <a:solidFill>
                  <a:srgbClr val="0F172A"/>
                </a:solidFill>
                <a:latin typeface="Inter"/>
              </a:rPr>
              <a:t>Sobre qué se contrata.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2000" b="1">
                <a:solidFill>
                  <a:srgbClr val="7C3AED"/>
                </a:solidFill>
                <a:latin typeface="Inter"/>
              </a:rPr>
              <a:t>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606040"/>
            <a:ext cx="6675120" cy="156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Causa lícita.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4168648"/>
            <a:ext cx="6675120" cy="8356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>
                <a:solidFill>
                  <a:srgbClr val="0F172A"/>
                </a:solidFill>
                <a:latin typeface="Inter"/>
              </a:rPr>
              <a:t>Un fin permitido por la ley.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367392"/>
            <a:ext cx="8229600" cy="11021785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02870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915400"/>
            <a:ext cx="8229600" cy="1371600"/>
          </a:xfrm>
          <a:prstGeom prst="rect">
            <a:avLst/>
          </a:prstGeom>
          <a:gradFill>
            <a:gsLst>
              <a:gs pos="0">
                <a:srgbClr val="0F172A">
                  <a:alpha val="0"/>
                </a:srgbClr>
              </a:gs>
              <a:gs pos="100000">
                <a:srgbClr val="0F172A">
                  <a:alpha val="78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131673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73936"/>
            <a:ext cx="6675120" cy="6007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200" b="1">
                <a:solidFill>
                  <a:srgbClr val="FFFFFF"/>
                </a:solidFill>
                <a:latin typeface="Inter"/>
              </a:rPr>
              <a:t>Tu contrato bien hecho, visado por un abogado.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7781544"/>
            <a:ext cx="6675120" cy="1118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0">
                <a:solidFill>
                  <a:srgbClr val="FFFFFF"/>
                </a:solidFill>
                <a:latin typeface="Inter"/>
              </a:rPr>
              <a:t>notaly.com.ve · early access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93268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FFFFFF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