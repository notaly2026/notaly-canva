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r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22288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226999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CÓDIGO CIVIL VE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6675120" cy="664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1">
                <a:solidFill>
                  <a:srgbClr val="FFFFFF"/>
                </a:solidFill>
                <a:latin typeface="Inter"/>
              </a:rPr>
              <a:t>¿Qué hace válido un contrato en Venezuela?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156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Consentimiento.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168648"/>
            <a:ext cx="6675120" cy="8356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>
                <a:solidFill>
                  <a:srgbClr val="0F172A"/>
                </a:solidFill>
                <a:latin typeface="Inter"/>
              </a:rPr>
              <a:t>Las partes están de acuerdo.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156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Objeto.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168648"/>
            <a:ext cx="6675120" cy="8356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>
                <a:solidFill>
                  <a:srgbClr val="0F172A"/>
                </a:solidFill>
                <a:latin typeface="Inter"/>
              </a:rPr>
              <a:t>Sobre qué se contrata.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156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Causa lícita.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168648"/>
            <a:ext cx="6675120" cy="8356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>
                <a:solidFill>
                  <a:srgbClr val="0F172A"/>
                </a:solidFill>
                <a:latin typeface="Inter"/>
              </a:rPr>
              <a:t>Un fin permitido por la ley.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67392"/>
            <a:ext cx="8229600" cy="1102178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9154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9834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440686"/>
            <a:ext cx="6675120" cy="4674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Artículo 1.141.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711479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Guarda esta lámina.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