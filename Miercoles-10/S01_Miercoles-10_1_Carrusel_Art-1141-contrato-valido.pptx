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CÓDIGO CIVIL 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¿Qué hace válido un contrato en Venezuela?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Consentimiento.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Las partes están de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Objeto.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Sobre qué se contrata.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Causa lícita.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Un fin permitido por la ley.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Artículo 1.141.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Guarda esta lámina.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