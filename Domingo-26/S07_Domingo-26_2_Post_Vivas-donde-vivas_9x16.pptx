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NOTALY.COM.VE/TRAMITES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Tus trámites legales, vivas donde vivas.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