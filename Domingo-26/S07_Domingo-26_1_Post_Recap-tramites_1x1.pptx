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94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517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0F172A"/>
                </a:solidFill>
                <a:latin typeface="Inter"/>
              </a:rPr>
              <a:t>Trámites de la semana, en una lámina.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5463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C.A. · marca · divorcio 185-A.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