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CAJA DE 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¿Qué trámite necesitas para tu negocio?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Pregúntanos.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