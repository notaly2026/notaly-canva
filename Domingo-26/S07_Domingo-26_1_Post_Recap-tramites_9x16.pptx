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Trámites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C.A. · marca · divorcio 185-A.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