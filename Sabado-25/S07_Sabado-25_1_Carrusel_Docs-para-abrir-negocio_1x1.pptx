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EN ORDEN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Documentos para abrir tu negocio.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Constitución de tu C.A.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Registro de tu marca.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Tu contabilidad al día.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Todo en un solo lugar: notaly.com.ve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