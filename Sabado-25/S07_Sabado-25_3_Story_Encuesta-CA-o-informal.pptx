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¿Tienes tu C.A. o sigues informal?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C.A. · Informal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