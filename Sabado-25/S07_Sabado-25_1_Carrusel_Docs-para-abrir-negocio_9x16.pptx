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egoc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EN ORDEN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Documentos para abrir tu negocio.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Constitución de tu C.A.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Registro de tu marca.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Tu contabilidad al día.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28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7393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FFFFFF"/>
                </a:solidFill>
                <a:latin typeface="Inter"/>
              </a:rPr>
              <a:t>Todo en un solo lugar: notaly.com.ve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