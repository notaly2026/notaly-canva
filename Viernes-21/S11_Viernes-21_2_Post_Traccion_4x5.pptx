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CONFIANZA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9454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1748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+2.400 contratos entregados. 4.9/5 de satisfacción.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