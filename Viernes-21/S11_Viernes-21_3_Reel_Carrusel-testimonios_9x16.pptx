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fici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71600" y="0"/>
            <a:ext cx="10972800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88696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REEL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41551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612386"/>
            <a:ext cx="6675120" cy="4674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Varias voces,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3289998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747198"/>
            <a:ext cx="6675120" cy="64044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700" b="1">
                <a:solidFill>
                  <a:srgbClr val="FFFFFF"/>
                </a:solidFill>
                <a:latin typeface="Inter"/>
              </a:rPr>
              <a:t>una misma conclusión: resuelto en horas.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53934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850636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>
                <a:solidFill>
                  <a:srgbClr val="0F172A"/>
                </a:solidFill>
                <a:latin typeface="Inter"/>
              </a:rPr>
              <a:t>notaly.com.ve.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0F172A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