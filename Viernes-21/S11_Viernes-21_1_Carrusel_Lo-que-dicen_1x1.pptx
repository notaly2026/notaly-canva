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PRUEBA SOCIAL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Lo que dicen quienes ya usaron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"Listo en horas, aceptado sin problema."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"Total seguridad con la revisión del abogado."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Únete a más de 2.400 que ya resolvieron.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