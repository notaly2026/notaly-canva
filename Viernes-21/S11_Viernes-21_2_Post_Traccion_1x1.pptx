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FFFFFF"/>
                </a:solidFill>
                <a:latin typeface="Inter"/>
              </a:rPr>
              <a:t>+2.400 contratos entregados. 4.9/5 de satisfacción.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