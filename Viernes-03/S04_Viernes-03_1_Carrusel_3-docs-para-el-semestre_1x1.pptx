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DEL 5-J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3 documentos para arrancar el semestre tranquilo.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poder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contrato de arriendo en regla.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empresa formalizada.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