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Resuelve tu asunto legal hoy, no la próxima semana.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