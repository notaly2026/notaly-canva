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Este finde largo de Independencia,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deja tus trámites resueltos.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