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29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ANTES DEL 5-J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75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2686"/>
            <a:ext cx="6675120" cy="569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3 documentos para arrancar el semestre tranquilo.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Tu poder al día.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Tu contrato de arriendo en regla.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Tu empresa formalizada.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126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5836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notaly.com.ve/solicitar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