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Empresas ahorran hasta 40% al mes con Notaly P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