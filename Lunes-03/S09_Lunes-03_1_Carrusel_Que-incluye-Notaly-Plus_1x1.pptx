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67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47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Notaly Plus: tu legal y contable en un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Plan Basic, Estándar o Premium.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Empresas ahorran hasta 40% al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