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PLUS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FFFFF"/>
                </a:solidFill>
                <a:latin typeface="Inter"/>
              </a:rPr>
              <a:t>Empresas ahorran hasta 40% al mes con Notaly Plus.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