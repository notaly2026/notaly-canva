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mpresas ahorran hasta 40% al mes con Notaly Pl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