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¿Cuánto gasta tu PYME en legal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sin un plan?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notaly.com.ve/planes.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