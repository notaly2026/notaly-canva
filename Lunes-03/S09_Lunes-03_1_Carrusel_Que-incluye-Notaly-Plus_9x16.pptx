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EMPRESAS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Plus: tu legal y contable en un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Plan Basic, Estándar o Premium.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Documentos y consultas con descuento.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Empresas ahorran hasta 40% al 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