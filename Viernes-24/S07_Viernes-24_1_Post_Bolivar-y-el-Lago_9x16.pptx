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FERIADO NACIONAL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24 de julio: Bolívar y la Batalla del Lago.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4772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Construir país es también formalizar lo tuyo.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