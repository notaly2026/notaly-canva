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Construir país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es también formalizar lo tuyo.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notaly.com.ve/tramites.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