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02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59736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F172A"/>
                </a:solidFill>
                <a:latin typeface="Inter"/>
              </a:rPr>
              <a:t>Hoy es feriado. Notaly no cierra.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383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Solicita en línea cuando quieras.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