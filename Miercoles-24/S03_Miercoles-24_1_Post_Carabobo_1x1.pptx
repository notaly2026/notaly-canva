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FERIADO NACIONAL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485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05736"/>
            <a:ext cx="6675120" cy="3086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24 de junio: Carabobo. Venezuela se ganó con decisión.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292343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Tus trámites también: resuélvelos hoy.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