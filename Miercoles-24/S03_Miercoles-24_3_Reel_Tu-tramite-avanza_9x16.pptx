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Mientras Venezuela descansa,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tu trámite ya está avanzando.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917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74386"/>
            <a:ext cx="6675120" cy="315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Empieza en 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