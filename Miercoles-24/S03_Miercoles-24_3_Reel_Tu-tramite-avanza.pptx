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71600" y="0"/>
            <a:ext cx="10972800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88696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REEL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6946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151886"/>
            <a:ext cx="6675120" cy="7595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Mientras Venezuela descansa,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216" y="0"/>
            <a:ext cx="10924032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36789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4136136"/>
            <a:ext cx="6675120" cy="5626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0" b="1">
                <a:solidFill>
                  <a:srgbClr val="FFFFFF"/>
                </a:solidFill>
                <a:latin typeface="Inter"/>
              </a:rPr>
              <a:t>tu trámite ya está avanzando.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49171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374386"/>
            <a:ext cx="6675120" cy="3150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>
                <a:solidFill>
                  <a:srgbClr val="FFFFFF"/>
                </a:solidFill>
                <a:latin typeface="Inter"/>
              </a:rPr>
              <a:t>Empieza en notaly.com.ve.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