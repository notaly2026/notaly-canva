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FERIADO NACIONAL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24 de junio: Carabobo. Venezuela se ganó con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7629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Tus trámites también: resuélvelos hoy.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