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Hoy es feriado. Notaly no cierra.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7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Solicita en línea cuando quieras.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