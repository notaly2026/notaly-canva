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Te copiaron el nombre.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Pudiste registrarlo a tiempo.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Regístralo hoy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