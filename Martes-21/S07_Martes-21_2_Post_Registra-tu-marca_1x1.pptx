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04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1236"/>
            <a:ext cx="6675120" cy="397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Emprendedor: registra tu marca con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