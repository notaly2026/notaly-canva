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PROTEGE TU NOMBRE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Registra tu marca.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Tu nombre es tu activo más valioso.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Sin registro, cualquiera puede usarlo.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Regístrala con Notaly.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762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