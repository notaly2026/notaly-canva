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961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33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Emprendedor: registra tu marca con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