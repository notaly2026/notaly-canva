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567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0250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Emprendedor: registra tu marca con Notaly.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