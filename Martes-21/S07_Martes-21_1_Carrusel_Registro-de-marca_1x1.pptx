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PROTEGE TU NOMBRE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Registra tu marca.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F172A"/>
                </a:solidFill>
                <a:latin typeface="Inter"/>
              </a:rPr>
              <a:t>Tu nombre es tu activo más valioso.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Sin registro, cualquiera puede usarlo.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35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92986"/>
            <a:ext cx="6675120" cy="391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Regístrala con Notaly.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050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