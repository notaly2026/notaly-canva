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PRÓXIMAMENTE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Lo que viene en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Más documentos, más abogados, más ciudades.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Y todo, más fácil para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