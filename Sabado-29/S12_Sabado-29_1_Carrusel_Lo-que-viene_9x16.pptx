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PRÓXIMAMENTE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Lo que viene en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28999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747198"/>
            <a:ext cx="6675120" cy="640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0F172A"/>
                </a:solidFill>
                <a:latin typeface="Inter"/>
              </a:rPr>
              <a:t>Más documentos, más abogados, más ciudades.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Y todo, más fácil para 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