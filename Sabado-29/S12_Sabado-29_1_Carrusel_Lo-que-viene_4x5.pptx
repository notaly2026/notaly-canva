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288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89280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PRÓXIMAMENTE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Lo que viene en Notaly.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64044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700" b="1">
                <a:solidFill>
                  <a:srgbClr val="0F172A"/>
                </a:solidFill>
                <a:latin typeface="Inter"/>
              </a:rPr>
              <a:t>Más documentos, más abogados, más ciudades.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Y todo, más fácil para ti.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