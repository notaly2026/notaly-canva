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¿Qué documento te gustaría ver en Notaly?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