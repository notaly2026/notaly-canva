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NOTALY.COM.VE/ASESORIA-LEGAL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6762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24823"/>
            <a:ext cx="6675120" cy="8849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Consulta legal, contable, tributaria, laboral o de familia.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