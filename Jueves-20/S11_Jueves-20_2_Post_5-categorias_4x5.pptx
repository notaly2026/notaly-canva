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NOTALY.COM.VE/ASESORIA-LEGAL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483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Consulta legal, contable, tributaria, laboral o de familia.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