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 ORIENTAMOS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¿Consulta o documento?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Consulta: resuelves una duda con un abogado.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Documento: te llevas el papel listo y visado.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69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264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Lo que necesites,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