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"Una videollamada me ahorró semanas de vueltas."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Cliente de consulta 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notaly.com.ve/asesoria-legal.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