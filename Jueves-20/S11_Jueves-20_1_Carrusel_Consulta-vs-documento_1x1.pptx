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71600"/>
            <a:ext cx="8229600" cy="10972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TE ORIENTAMOS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357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92986"/>
            <a:ext cx="6675120" cy="3912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>
                <a:solidFill>
                  <a:srgbClr val="FFFFFF"/>
                </a:solidFill>
                <a:latin typeface="Inter"/>
              </a:rPr>
              <a:t>¿Consulta o documento?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537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F172A"/>
                </a:solidFill>
                <a:latin typeface="Inter"/>
              </a:rPr>
              <a:t>Consulta: resuelves una duda con un abogado.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537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F172A"/>
                </a:solidFill>
                <a:latin typeface="Inter"/>
              </a:rPr>
              <a:t>Documento: te llevas el papel listo y visado.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10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FFFFFF"/>
                </a:solidFill>
                <a:latin typeface="Inter"/>
              </a:rPr>
              <a:t>Lo que necesites, en notaly.com.ve.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