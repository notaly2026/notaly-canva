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NOTALY.COM.VE/CUENTA-TU-CASO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Cuenta tu caso es gratis para ti. Siempre.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