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01269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RECAP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69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51886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Cuenta tu caso, en una lámina.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746994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F172A"/>
                </a:solidFill>
                <a:latin typeface="Inter"/>
              </a:rPr>
              <a:t>Publica gratis · hasta 4 abogados · sin spam.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