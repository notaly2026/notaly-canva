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61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18436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Cuenta tu caso,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370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Publica gratis · hasta 4 abogados · sin spam.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