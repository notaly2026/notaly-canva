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345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802886"/>
            <a:ext cx="6675120" cy="429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Cuenta regresiva.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días.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798124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255324"/>
            <a:ext cx="6675120" cy="3388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Activa el recordatorio.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