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345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802886"/>
            <a:ext cx="6675120" cy="4293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Cuenta regresiva.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47981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2553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0F172A"/>
                </a:solidFill>
                <a:latin typeface="Inter"/>
              </a:rPr>
              <a:t>Activa el recordatorio.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