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MENOS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F172A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13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709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24 horas.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384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Cuenta regresiva: 5 días.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