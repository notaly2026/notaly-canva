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ENTREGA A DOMICILIO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34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91436"/>
            <a:ext cx="6675120" cy="537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Original con tinta azul y sello INPRE, en tu casa.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64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Pídelo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