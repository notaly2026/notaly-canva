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7729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ENTREGA A DOMICILIO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342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91436"/>
            <a:ext cx="6675120" cy="537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Inter"/>
              </a:rPr>
              <a:t>Original con tinta azul y sello INPRE, en tu casa.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4640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