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PRONTO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76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Original con tinta azul y sello INPRE, en tu casa.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