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el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673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11384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PRONTO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37360"/>
            <a:ext cx="6675120" cy="6769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800" b="1">
                <a:solidFill>
                  <a:srgbClr val="FFFFFF"/>
                </a:solidFill>
                <a:latin typeface="Inter"/>
              </a:rPr>
              <a:t>Original con tinta azul y sello INPRE, en tu casa.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