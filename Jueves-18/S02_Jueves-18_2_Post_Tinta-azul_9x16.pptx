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ENTREGA A DOMICILIO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56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3636"/>
            <a:ext cx="6675120" cy="1007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Original con tinta azul y sello INPRE, en tu casa.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985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Pídelo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