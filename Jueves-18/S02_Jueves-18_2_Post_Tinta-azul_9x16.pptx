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el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47216" y="0"/>
            <a:ext cx="10924032" cy="14630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277291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ENTREGA A DOMICILIO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564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13636"/>
            <a:ext cx="6675120" cy="10071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0" b="1">
                <a:solidFill>
                  <a:srgbClr val="FFFFFF"/>
                </a:solidFill>
                <a:latin typeface="Inter"/>
              </a:rPr>
              <a:t>Original con tinta azul y sello INPRE, en tu casa.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198524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Conócenos en notaly.com.ve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