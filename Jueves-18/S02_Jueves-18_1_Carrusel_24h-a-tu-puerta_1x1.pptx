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7670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FALTA MENOS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61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Del clic a tu puerta en 24 horas.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Pides en línea.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Recibes el original en casa.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6850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42236"/>
            <a:ext cx="6675120" cy="321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24 horas.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3558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Cuenta regresiva: 4 días.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