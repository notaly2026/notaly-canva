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61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sellado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120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69236"/>
            <a:ext cx="6675120" cy="2959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Te lo entregamos a tu puerta.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28843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Lanzamiento oficial: 22-jun ·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