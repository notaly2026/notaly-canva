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345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02886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Cuenta regresiva.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7981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2553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Activa el recordatorio.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