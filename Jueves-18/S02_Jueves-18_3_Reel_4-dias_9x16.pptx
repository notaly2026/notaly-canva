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Cuenta regresiva al lanzamiento oficial.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Y ya puedes probarlo en early access.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