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289998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747198"/>
            <a:ext cx="6675120" cy="6404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700" b="1">
                <a:solidFill>
                  <a:srgbClr val="FFFFFF"/>
                </a:solidFill>
                <a:latin typeface="Inter"/>
              </a:rPr>
              <a:t>Cuenta regresiva al lanzamiento oficial.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días.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4155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612386"/>
            <a:ext cx="6675120" cy="4674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Falta poco.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2864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