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Cuenta regresiva al lanzamiento oficial.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Falta poco.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286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