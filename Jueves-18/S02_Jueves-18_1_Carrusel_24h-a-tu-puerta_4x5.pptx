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ENTREGA A DOMICILIO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Del clic a tu puerta en 24 horas.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Pides en línea.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Recibes el original sellado en casa.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07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44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Te lo entregamos a tu puerta.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5217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Lanzamiento oficial: 22-jun ·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