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MENOS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713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709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24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4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Cuenta regresiva: 4 días.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