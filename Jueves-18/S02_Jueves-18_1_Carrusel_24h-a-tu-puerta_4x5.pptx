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sellado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Pídelo ya en early access.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521702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Lanzamiento oficial: 22-jun ·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