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2296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el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1396092"/>
            <a:ext cx="8229600" cy="1102178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82296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580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777240"/>
            <a:ext cx="277291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ENTREGA A DOMICILIO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62153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078736"/>
            <a:ext cx="6675120" cy="3340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800" b="1">
                <a:solidFill>
                  <a:srgbClr val="FFFFFF"/>
                </a:solidFill>
                <a:latin typeface="Inter"/>
              </a:rPr>
              <a:t>Original con tinta azul y sello INPRE, en tu casa.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5419344"/>
            <a:ext cx="6675120" cy="1118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FFFFFF"/>
                </a:solidFill>
                <a:latin typeface="Inter"/>
              </a:rPr>
              <a:t>Pídelo en notaly.com.ve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72694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