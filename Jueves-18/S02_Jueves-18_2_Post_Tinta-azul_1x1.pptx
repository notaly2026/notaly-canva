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el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77291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ENTREGA A DOMICILIO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215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78736"/>
            <a:ext cx="6675120" cy="334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FFFFFF"/>
                </a:solidFill>
                <a:latin typeface="Inter"/>
              </a:rPr>
              <a:t>Original con tinta azul y sello INPRE, en tu casa.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4193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Conócenos en notaly.com.ve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