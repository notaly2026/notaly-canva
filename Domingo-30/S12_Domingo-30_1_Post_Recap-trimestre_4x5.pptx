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Tres meses contigo, Venezuela.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591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+2.400 documentos · 4.9/5.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