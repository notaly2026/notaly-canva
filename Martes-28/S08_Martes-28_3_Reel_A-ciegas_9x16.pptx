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Un negocio sin números claros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es un negocio a ciegas.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notaly.com.ve/servicios-contables.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