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CONTABLE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dice tu balance de tu negocio?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Refleja qué tienes, qué debes y qué ganaste.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Sin números claros, decides a ciegas.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Balances por C.P.C. colegiados.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