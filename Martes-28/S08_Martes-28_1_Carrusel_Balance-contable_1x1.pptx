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n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2575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264718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EDUCACIÓN CONTABLE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FFFFFF"/>
                </a:solidFill>
                <a:latin typeface="Inter"/>
              </a:rPr>
              <a:t>¿Qué dice tu balance de tu negocio?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537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F172A"/>
                </a:solidFill>
                <a:latin typeface="Inter"/>
              </a:rPr>
              <a:t>Refleja qué tienes, qué debes y qué ganaste.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737360"/>
            <a:ext cx="6675120" cy="461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800" b="1">
                <a:solidFill>
                  <a:srgbClr val="0F172A"/>
                </a:solidFill>
                <a:latin typeface="Inter"/>
              </a:rPr>
              <a:t>Sin números claros, decides a ciegas.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396092"/>
            <a:ext cx="8229600" cy="1102178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82296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580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737360"/>
            <a:ext cx="6675120" cy="5182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7700" b="1">
                <a:solidFill>
                  <a:srgbClr val="FFFFFF"/>
                </a:solidFill>
                <a:latin typeface="Inter"/>
              </a:rPr>
              <a:t>Balances por C.P.C. colegiados.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