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entreg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2575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126415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3 PASOS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410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>
                <a:solidFill>
                  <a:srgbClr val="FFFFFF"/>
                </a:solidFill>
                <a:latin typeface="Inter"/>
              </a:rPr>
              <a:t>Cómo funciona Notaly.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156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Llenas el formulario.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156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Un abogado lo visa.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Recibes el original en casa.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977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554986"/>
            <a:ext cx="6675120" cy="23881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Inter"/>
              </a:rPr>
              <a:t>notaly.com.ve/solicitar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943093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Desde $25 USDT.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