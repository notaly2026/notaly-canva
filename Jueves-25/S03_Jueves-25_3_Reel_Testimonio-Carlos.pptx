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TESTIMONIO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10516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"Contrato de alquiler listo en menos de 5 horas."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Carlos Mendoza · Caracas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917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374386"/>
            <a:ext cx="6675120" cy="31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Tu turno en notaly.com.ve.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