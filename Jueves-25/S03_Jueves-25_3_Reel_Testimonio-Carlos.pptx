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"Contrato de alquiler listo en menos de 5 horas."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Carlos Mendoza · Caracas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17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743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Tu turno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