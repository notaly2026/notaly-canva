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Inter"/>
              </a:rPr>
              <a:t>Visado de contratos a tu domicilio. Desde $25 USDT.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