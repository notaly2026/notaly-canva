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3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Cómo funciona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Llenas el formulario.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abogado lo visa.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en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14349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