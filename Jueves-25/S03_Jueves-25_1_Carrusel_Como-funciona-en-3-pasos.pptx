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ntre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26415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3 PASOS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Cómo funciona Notaly.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Llenas el formulario.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abogado lo visa.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Recibes el original en casa.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31264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583686"/>
            <a:ext cx="6675120" cy="2388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Inter"/>
              </a:rPr>
              <a:t>notaly.com.ve/solicitar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71793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Desde $25 USDT.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