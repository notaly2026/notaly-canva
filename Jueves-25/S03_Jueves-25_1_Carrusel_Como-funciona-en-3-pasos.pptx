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ntr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3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Cómo funciona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Llenas el formulario.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abogado lo visa.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Recibes el original en casa.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126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36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71793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Desde $25 USDT.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