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¿Qué significa que un documento esté "visado"?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609847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No es solo llenar una plantilla.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visar, un contrato mal hecho se cae.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 visado, tiene peso y validez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Pronto, visar será cosa de horas.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Síguenos para más derecho fácil.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