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100% EN LÍNEA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Tu tiempo también es tuyo. Recupéralo.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87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