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fe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100% EN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10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67686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987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