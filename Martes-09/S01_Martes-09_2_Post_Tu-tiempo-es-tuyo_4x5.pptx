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100% EN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10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7686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9877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Resuelve lo legal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