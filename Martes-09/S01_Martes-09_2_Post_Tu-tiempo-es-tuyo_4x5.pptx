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2288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11384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PRONTO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6675120" cy="6404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700" b="1">
                <a:solidFill>
                  <a:srgbClr val="FFFFFF"/>
                </a:solidFill>
                <a:latin typeface="Inter"/>
              </a:rPr>
              <a:t>Tu tiempo también es tuyo. Recupéralo.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