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EDUCACIÓN LEGAL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16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73936"/>
            <a:ext cx="6675120" cy="600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0F172A"/>
                </a:solidFill>
                <a:latin typeface="Inter"/>
              </a:rPr>
              <a:t>¿Qué significa que un documento esté "visado"?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Visar es que un abogado revisa y respalda tu documento.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609847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No es solo llenar una plantilla.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Sin visar, un contrato mal hecho se cae.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 visado, tiene peso y validez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761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18436"/>
            <a:ext cx="6675120" cy="511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Pronto, visar será cosa de horas.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37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Síguenos para más derecho fácil.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