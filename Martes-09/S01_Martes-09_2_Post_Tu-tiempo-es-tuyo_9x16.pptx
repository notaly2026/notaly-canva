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15168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Resuelve lo legal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