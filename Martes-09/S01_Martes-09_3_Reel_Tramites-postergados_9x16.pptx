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901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58386"/>
            <a:ext cx="6675120" cy="518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3 trámites que has postergado.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alquiler.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¿Cuál te falta?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286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Comenta.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