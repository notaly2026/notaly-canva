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3 trámites que has postergado.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contrato de alquiler.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autorización de viaje.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8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393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Resuélvelos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59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