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901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358386"/>
            <a:ext cx="6675120" cy="518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3 trámites que has postergado.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alquiler.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282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739386"/>
            <a:ext cx="6675120" cy="442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Resuélvelos en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59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Early access abierto.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