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mi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3 trámites que has postergado.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alquiler.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28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93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Resuélvelos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59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