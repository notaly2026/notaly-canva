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100% EN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62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9986"/>
            <a:ext cx="6675120" cy="365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Tu tiempo también es tuyo. Recupéralo.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80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