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ello_cla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8575" y="0"/>
            <a:ext cx="828675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226999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EDUCACIÓN LEGAL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167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73936"/>
            <a:ext cx="6675120" cy="600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200" b="1">
                <a:solidFill>
                  <a:srgbClr val="FFFFFF"/>
                </a:solidFill>
                <a:latin typeface="Inter"/>
              </a:rPr>
              <a:t>¿Qué significa que un documento esté "visado"?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283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Visar es que un abogado revisa y respalda tu documento.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3609847"/>
            <a:ext cx="6675120" cy="8356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0F172A"/>
                </a:solidFill>
                <a:latin typeface="Inter"/>
              </a:rPr>
              <a:t>No es solo llenar una plantilla.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Sin visar, un contrato mal hecho se cae.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Con visado, tiene peso y validez real.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673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9154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6675120" cy="6325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600" b="1">
                <a:solidFill>
                  <a:srgbClr val="FFFFFF"/>
                </a:solidFill>
                <a:latin typeface="Inter"/>
              </a:rPr>
              <a:t>En Notaly, visar es cosa de horas.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7934452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Conócenos en notaly.com.ve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