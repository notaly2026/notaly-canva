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88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45436"/>
            <a:ext cx="6675120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100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Míralo en early access: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