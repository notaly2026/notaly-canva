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EDUCACIÓN 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16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73936"/>
            <a:ext cx="6675120" cy="600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¿Qué significa que un documento esté "visado"?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Visar es que un abogado revisa y respalda tu documento.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609847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No es solo llenar una plantilla.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Sin visar, un contrato mal hecho se cae.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 visado, tiene peso y validez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32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Inter"/>
              </a:rPr>
              <a:t>En Notaly, visar es cosa de horas.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934452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Conócenos en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