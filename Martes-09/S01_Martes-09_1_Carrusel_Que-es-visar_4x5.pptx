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82296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el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367392"/>
            <a:ext cx="8229600" cy="11021785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8229600" cy="10287000"/>
          </a:xfrm>
          <a:prstGeom prst="rect">
            <a:avLst/>
          </a:prstGeom>
          <a:solidFill>
            <a:srgbClr val="0F172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777240"/>
            <a:ext cx="2269998" cy="373380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18288" bIns="18288"/>
          <a:lstStyle/>
          <a:p>
            <a:pPr algn="ctr"/>
            <a:r>
              <a:rPr sz="1500" b="1">
                <a:solidFill>
                  <a:srgbClr val="0F172A"/>
                </a:solidFill>
                <a:latin typeface="Inter"/>
              </a:rPr>
              <a:t>EDUCACIÓN LEGAL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316736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773936"/>
            <a:ext cx="6675120" cy="6007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7200" b="1">
                <a:solidFill>
                  <a:srgbClr val="FFFFFF"/>
                </a:solidFill>
                <a:latin typeface="Inter"/>
              </a:rPr>
              <a:t>¿Qué significa que un documento esté "visado"?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777240"/>
            <a:ext cx="6675120" cy="283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0F172A"/>
                </a:solidFill>
                <a:latin typeface="Inter"/>
              </a:rPr>
              <a:t>Visar es que un abogado revisa y respalda tu documento.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3609847"/>
            <a:ext cx="6675120" cy="8356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0">
                <a:solidFill>
                  <a:srgbClr val="0F172A"/>
                </a:solidFill>
                <a:latin typeface="Inter"/>
              </a:rPr>
              <a:t>No es solo llenar una plantilla.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777240"/>
            <a:ext cx="6675120" cy="2197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0F172A"/>
                </a:solidFill>
                <a:latin typeface="Inter"/>
              </a:rPr>
              <a:t>Sin visar, un contrato mal hecho se cae.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777240"/>
            <a:ext cx="6675120" cy="2197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0F172A"/>
                </a:solidFill>
                <a:latin typeface="Inter"/>
              </a:rPr>
              <a:t>Con visado, tiene peso y validez real.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367392"/>
            <a:ext cx="8229600" cy="11021785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8229600" cy="10287000"/>
          </a:xfrm>
          <a:prstGeom prst="rect">
            <a:avLst/>
          </a:prstGeom>
          <a:solidFill>
            <a:srgbClr val="0F172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8915400"/>
            <a:ext cx="8229600" cy="1371600"/>
          </a:xfrm>
          <a:prstGeom prst="rect">
            <a:avLst/>
          </a:prstGeom>
          <a:gradFill>
            <a:gsLst>
              <a:gs pos="0">
                <a:srgbClr val="0F172A">
                  <a:alpha val="0"/>
                </a:srgbClr>
              </a:gs>
              <a:gs pos="100000">
                <a:srgbClr val="0F172A">
                  <a:alpha val="78000"/>
                </a:srgbClr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77240" y="1761236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2218436"/>
            <a:ext cx="6675120" cy="5118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7600" b="1">
                <a:solidFill>
                  <a:srgbClr val="FFFFFF"/>
                </a:solidFill>
                <a:latin typeface="Inter"/>
              </a:rPr>
              <a:t>Pronto, visar será cosa de horas.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7337044"/>
            <a:ext cx="6675120" cy="11181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0">
                <a:solidFill>
                  <a:srgbClr val="FFFFFF"/>
                </a:solidFill>
                <a:latin typeface="Inter"/>
              </a:rPr>
              <a:t>Síguenos para más derecho fácil.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9326880"/>
            <a:ext cx="6675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7C3AED"/>
                </a:solidFill>
                <a:latin typeface="Inter"/>
              </a:rPr>
              <a:t>●  </a:t>
            </a:r>
            <a:r>
              <a:rPr sz="1800" b="1">
                <a:solidFill>
                  <a:srgbClr val="FFFFFF"/>
                </a:solidFill>
                <a:latin typeface="Inter"/>
              </a:rPr>
              <a:t>Notaly   @notaly.ve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