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3 trámites que has postergado.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contrato de alquiler.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Una autorización de viaje.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¿Cuál te falta?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Comenta.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