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3901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58386"/>
            <a:ext cx="6675120" cy="5182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700" b="1">
                <a:solidFill>
                  <a:srgbClr val="FFFFFF"/>
                </a:solidFill>
                <a:latin typeface="Inter"/>
              </a:rPr>
              <a:t>3 trámites que has postergado.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poder.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contrato de alquiler.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autorización de viaje.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4155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612386"/>
            <a:ext cx="6675120" cy="4674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0F172A"/>
                </a:solidFill>
                <a:latin typeface="Inter"/>
              </a:rPr>
              <a:t>¿Cuál te falta?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2864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0F172A"/>
                </a:solidFill>
                <a:latin typeface="Inter"/>
              </a:rPr>
              <a:t>Comenta.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