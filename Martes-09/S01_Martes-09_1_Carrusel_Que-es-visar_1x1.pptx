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¿Qué significa que un documento esté "visado"?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0984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 es solo llenar una plantilla.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visar, un contrato mal hecho se cae.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 visado, tiene peso y validez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35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En Notaly, visar es cosa de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