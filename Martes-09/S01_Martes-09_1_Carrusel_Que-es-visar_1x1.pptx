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EDUCACIÓN LEGAL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¿Qué significa que un documento esté "visado"?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Visar es que un abogado revisa y respalda tu documento.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609847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No es solo llenar una plantilla.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Sin visar, un contrato mal hecho se cae.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 visado, tiene peso y validez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35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En Notaly, visar es cosa de horas.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7052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Conócenos en 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