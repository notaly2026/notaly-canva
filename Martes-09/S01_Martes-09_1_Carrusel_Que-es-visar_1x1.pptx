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Pronto, visar será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Síguenos para más derecho fácil.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