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error de vender el carro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sin contrato.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17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743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Hazlo bien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