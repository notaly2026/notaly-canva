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2899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747198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Compraventa de vehículo autenticada en &lt;24h.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