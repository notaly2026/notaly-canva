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EL DOCUMENTO CLAVE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02473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59673"/>
            <a:ext cx="6675120" cy="35787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b="1">
                <a:solidFill>
                  <a:srgbClr val="FFFFFF"/>
                </a:solidFill>
                <a:latin typeface="Inter"/>
              </a:rPr>
              <a:t>Compraventa de vehículo.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F172A"/>
                </a:solidFill>
                <a:latin typeface="Inter"/>
              </a:rPr>
              <a:t>Te evita problemas después de vender.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Autenticada en menos de 24h.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97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549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