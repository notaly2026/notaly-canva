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EL DOCUMENTO CLAVE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29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866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Compraventa de vehículo.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2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0F172A"/>
                </a:solidFill>
                <a:latin typeface="Inter"/>
              </a:rPr>
              <a:t>Te evita problemas después de vender.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729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866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Autenticada en menos de 24h.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126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836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