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EL DOCUMENTO CLAVE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Compraventa de vehículo.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Te evita problemas después de vender.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Autenticada en menos de 24h.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