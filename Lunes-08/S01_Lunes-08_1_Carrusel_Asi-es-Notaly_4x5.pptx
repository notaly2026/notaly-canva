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64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Inter"/>
              </a:rPr>
              <a:t>El trámite venezolano que te roba el día.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 cola que no avanza.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 "vuelve mañana".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Las semanas que se vuelven meses.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6675120" cy="6483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Ahora se resuelve en línea, con abogados certificados.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9344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Esto es Notaly.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TODO EN UN LUGAR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94548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51748"/>
            <a:ext cx="6675120" cy="5451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Contratos, poderes, apostillas, defensa y trámites.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1442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TU CASO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769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FFF"/>
                </a:solidFill>
                <a:latin typeface="Inter"/>
              </a:rPr>
              <a:t>¿Caso complejo? Cuéntalo y hasta 4 abogados te contactan.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626424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083624"/>
            <a:ext cx="6675120" cy="3388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