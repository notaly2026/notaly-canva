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o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El trámite venezolano que te roba el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 cola que no avanza.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"vuelve mañana".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Las semanas que se vuelven meses.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6483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Ahora se resuelve en línea, con abogados certificados.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9344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Esto es Notaly.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TODO EN UN LUGAR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Contratos, poderes, apostillas, defensa y trámites.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¿Caso complejo? Cuéntalo y hasta 4 abogados te contactan.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264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836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