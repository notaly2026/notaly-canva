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75329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0498"/>
            <a:ext cx="6675120" cy="513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1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344981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 ya está abierto en early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264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0836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Pruébalo ya: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