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El trámite venezolano que te roba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 cola que no avanza.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"vuelve mañana".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Las semanas que se vuelven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250311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707511"/>
            <a:ext cx="6675120" cy="6483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Ahora se resuelve en línea, con abogados certificados.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191369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Esto es Notaly.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7981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2553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