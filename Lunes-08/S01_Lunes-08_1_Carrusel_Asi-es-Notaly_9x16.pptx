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325031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7511"/>
            <a:ext cx="6675120" cy="6483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191369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 ya está abierto en early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Pruébalo ya: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