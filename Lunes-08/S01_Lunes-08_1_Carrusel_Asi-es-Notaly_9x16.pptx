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lo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 VENEZUELA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345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802636"/>
            <a:ext cx="6675120" cy="829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El trámite venezolano que te roba el día.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La cola que no avanza.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El "vuelve mañana".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Las semanas que se vuelven meses.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3250311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707511"/>
            <a:ext cx="6675120" cy="6483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FFFFFF"/>
                </a:solidFill>
                <a:latin typeface="Inter"/>
              </a:rPr>
              <a:t>Ahora se resuelve en línea, con abogados certificados.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191369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Esto es Notaly.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TODO EN UN LUGAR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678811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136011"/>
            <a:ext cx="6675120" cy="7626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FFFFFF"/>
                </a:solidFill>
                <a:latin typeface="Inter"/>
              </a:rPr>
              <a:t>Contratos, poderes, apostillas, defensa y trámites.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1442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CUENTA TU CASO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78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35886"/>
            <a:ext cx="6675120" cy="9627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¿Caso complejo? Cuéntalo y hasta 4 abogados te contactan.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4798124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255324"/>
            <a:ext cx="6675120" cy="3388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FFFFFF"/>
                </a:solidFill>
                <a:latin typeface="Inter"/>
              </a:rPr>
              <a:t>Conócenos en notaly.com.ve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