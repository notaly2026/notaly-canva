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2503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7511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191369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TODO EN UN LUGAR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788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6011"/>
            <a:ext cx="6675120" cy="7626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Contratos, poderes, apostillas, defensa y trámites.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¿Caso complejo? Cuéntalo y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