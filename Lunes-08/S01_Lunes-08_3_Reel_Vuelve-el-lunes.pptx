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POV: necesitas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te dicen: "vuelve el lunes".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Pronto no vas a tener que volver el lunes.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Guarda esto.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