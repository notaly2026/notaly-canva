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2575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10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Inter"/>
              </a:rPr>
              <a:t>El trámite venezolano que te roba el día.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La cola que no avanza.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El "vuelve mañana".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Las semanas que se vuelven meses.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2575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7167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73986"/>
            <a:ext cx="6675120" cy="315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500" b="1">
                <a:solidFill>
                  <a:srgbClr val="FFFFFF"/>
                </a:solidFill>
                <a:latin typeface="Inter"/>
              </a:rPr>
              <a:t>Ahora se resuelve en línea, con abogados certificados.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32409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 ya está abierto en early access.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597724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54924"/>
            <a:ext cx="6675120" cy="3388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Pruébalo ya: notaly.com.ve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