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o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993227"/>
            <a:ext cx="8229600" cy="102160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El trámite venezolano que te roba el día.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 cola que no avanza.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El "vuelve mañana".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Las semanas que se vuelven meses.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6675120" cy="4499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Ahora se resuelve en línea, con abogados certificados.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Esto es Notaly.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TODO EN UN LUGAR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99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Contratos, poderes, apostillas, defensa y trámites.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1442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TU CASO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73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Inter"/>
              </a:rPr>
              <a:t>¿Caso complejo? Cuéntalo y hasta 4 abogados te contactan.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5977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549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