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10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El trámite venezolano que te roba el día.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La cola que no avanza.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El "vuelve mañana".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Las semanas que se vuelven meses.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6675120" cy="4499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300" b="1">
                <a:solidFill>
                  <a:srgbClr val="FFFFFF"/>
                </a:solidFill>
                <a:latin typeface="Inter"/>
              </a:rPr>
              <a:t>Ahora se resuelve en línea, con abogados certificados.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877052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Esto es Notaly.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TODO EN UN LUGAR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499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300" b="1">
                <a:solidFill>
                  <a:srgbClr val="FFFFFF"/>
                </a:solidFill>
                <a:latin typeface="Inter"/>
              </a:rPr>
              <a:t>Contratos, poderes, apostillas, defensa y trámites.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CUENTA TU CASO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Inter"/>
              </a:rPr>
              <a:t>¿Caso complejo? Cuéntalo y hasta 4 abogados te contactan.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597724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4924"/>
            <a:ext cx="6675120" cy="3388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Conócenos en notaly.com.ve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