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499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TODO EN UN LUGAR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99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Contratos, poderes, apostillas, defensa y trámites.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¿Caso complejo? Cuéntalo y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977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49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