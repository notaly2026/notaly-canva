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10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El trámite venezolano que te roba el día.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 cola que no avanza.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 "vuelve mañana".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Las semanas que se vuelven meses.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6675120" cy="4499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300" b="1">
                <a:solidFill>
                  <a:srgbClr val="FFFFFF"/>
                </a:solidFill>
                <a:latin typeface="Inter"/>
              </a:rPr>
              <a:t>Ahora se resuelve en línea, con abogados certificados.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Esto es Notaly.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5977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549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