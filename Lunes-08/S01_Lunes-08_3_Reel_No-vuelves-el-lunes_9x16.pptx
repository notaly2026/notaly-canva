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88696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REEL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POV: necesitas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Antes te decían: "vuelve el lunes".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Con Notaly lo resuelves hoy, en línea.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