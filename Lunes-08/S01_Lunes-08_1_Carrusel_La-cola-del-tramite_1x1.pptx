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10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El trámite venezolano que te roba el día.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La cola que no avanza.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El "vuelve mañana".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El papel que se perdió.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Las semanas que se vuelven meses.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10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¿Y si fuera en horas?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39968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Síguenos. Algo cambia este 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