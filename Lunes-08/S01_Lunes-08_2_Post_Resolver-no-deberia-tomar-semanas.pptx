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29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929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50186"/>
            <a:ext cx="6675120" cy="505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Resolver un asunto legal no debería tomarte semanas.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3052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Activa las notificaciones de @notaly.ve.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