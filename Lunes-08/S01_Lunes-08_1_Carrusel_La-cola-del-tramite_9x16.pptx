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papel que se perdió.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¿Y si fuera en horas?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 Algo cambia este 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