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78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35886"/>
            <a:ext cx="6675120" cy="9627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Resolver un asunto legal no debería tomarte semanas.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7629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 Notaly lo haces en línea.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