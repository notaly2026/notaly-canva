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762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 ya no tiene que ser así. Entra al early access: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