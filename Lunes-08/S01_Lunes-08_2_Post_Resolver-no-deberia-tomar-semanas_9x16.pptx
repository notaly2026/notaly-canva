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7629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Activa las notificaciones de @notaly.ve.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