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92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01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Resolver un asunto legal no debería tomarte semanas.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3052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 Notaly lo haces en línea.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