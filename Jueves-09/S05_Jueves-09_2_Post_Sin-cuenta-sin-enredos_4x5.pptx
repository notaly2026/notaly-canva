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GRATIS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75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32686"/>
            <a:ext cx="6675120" cy="569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Sin cuenta, sin enredos: cuentas tu caso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