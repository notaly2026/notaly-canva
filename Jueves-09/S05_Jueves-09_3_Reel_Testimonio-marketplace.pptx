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"Publiqué mi caso y me contactaron 4 abogados."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Cliente de Cuenta tu caso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turno, gratis.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