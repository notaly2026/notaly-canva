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SPAM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¿Por qué solo 4 abogados?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Para que no recibas 50 llamadas.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caso se cierra al cuarto abogado.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Cuatro propuestas serias. Tú eliges.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