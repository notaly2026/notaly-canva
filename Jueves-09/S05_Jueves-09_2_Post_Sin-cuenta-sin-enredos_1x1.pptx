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113842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GRATIS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73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600" b="1">
                <a:solidFill>
                  <a:srgbClr val="0F172A"/>
                </a:solidFill>
                <a:latin typeface="Inter"/>
              </a:rPr>
              <a:t>Sin cuenta, sin enredos: cuentas tu caso y listo.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