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GRATIS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Sin cuenta, sin enredos: cuentas tu caso y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