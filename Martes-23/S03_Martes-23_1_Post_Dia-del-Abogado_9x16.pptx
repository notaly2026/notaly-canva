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DEL ABOGADO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024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59698"/>
            <a:ext cx="6675120" cy="957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Hoy, 23 de junio, es el Día del Abogado. Honramos a los nuestros: venezolanos, certificados,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