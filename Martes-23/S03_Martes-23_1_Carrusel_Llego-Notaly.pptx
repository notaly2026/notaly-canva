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veal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403021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23 DE JUNIO · DÍA DEL ABOGADO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834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40686"/>
            <a:ext cx="6675120" cy="467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Llegó Notaly.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632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>
                <a:solidFill>
                  <a:srgbClr val="0F172A"/>
                </a:solidFill>
                <a:latin typeface="Inter"/>
              </a:rPr>
              <a:t>Tu plataforma legal y contable en Venezuela.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Tu contrato visado en 4 horas.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632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>
                <a:solidFill>
                  <a:srgbClr val="FFFFFF"/>
                </a:solidFill>
                <a:latin typeface="Inter"/>
              </a:rPr>
              <a:t>Original con sello INPRE en 24h, a tu casa.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696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>
                <a:solidFill>
                  <a:srgbClr val="0F172A"/>
                </a:solidFill>
                <a:latin typeface="Inter"/>
              </a:rPr>
              <a:t>QR verificable: tu contrato es real en 1 escaneo.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594548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51748"/>
            <a:ext cx="6675120" cy="54519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FFFFFF"/>
                </a:solidFill>
                <a:latin typeface="Inter"/>
              </a:rPr>
              <a:t>Abogados venezolanos certificados. No chatbots.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626424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083624"/>
            <a:ext cx="6675120" cy="3388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FFFFFF"/>
                </a:solidFill>
                <a:latin typeface="Inter"/>
              </a:rPr>
              <a:t>Conócela en notaly.com.ve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71856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Resuelve hoy, no la próxima semana.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