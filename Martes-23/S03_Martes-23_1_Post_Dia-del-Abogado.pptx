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DÍA DEL ABOGADO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51673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8873"/>
            <a:ext cx="6675120" cy="57377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900" b="1">
                <a:solidFill>
                  <a:srgbClr val="FFFFFF"/>
                </a:solidFill>
                <a:latin typeface="Inter"/>
              </a:rPr>
              <a:t>Hoy, 23 de junio, es el Día del Abogado. Honramos a los nuestros: venezolanos, certificados, reales.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