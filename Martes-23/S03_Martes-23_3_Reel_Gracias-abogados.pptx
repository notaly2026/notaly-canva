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Hoy es el Día del Abogado.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Gracias a quienes hacen real cada trámite.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440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898136"/>
            <a:ext cx="6675120" cy="410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Resuelve el tuyo en notaly.com.ve.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