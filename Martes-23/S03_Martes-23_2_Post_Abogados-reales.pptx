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VENEZUELA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6769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Detrás de cada documento, un abogado venezolano de verdad.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