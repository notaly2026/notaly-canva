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82296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367392"/>
            <a:ext cx="8229600" cy="11021785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02870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9154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777240"/>
            <a:ext cx="239572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NOTALY VENEZUELA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80160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6675120" cy="6769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800" b="1">
                <a:solidFill>
                  <a:srgbClr val="FFFFFF"/>
                </a:solidFill>
                <a:latin typeface="Inter"/>
              </a:rPr>
              <a:t>Detrás de cada documento, un abogado venezolano de verdad.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93268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