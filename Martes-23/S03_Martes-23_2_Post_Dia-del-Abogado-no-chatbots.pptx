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ir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228850"/>
            <a:ext cx="8229600" cy="147447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02870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9154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777240"/>
            <a:ext cx="226999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DÍA DEL ABOGADO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6675120" cy="61028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100" b="1">
                <a:solidFill>
                  <a:srgbClr val="FFFFFF"/>
                </a:solidFill>
                <a:latin typeface="Inter"/>
              </a:rPr>
              <a:t>Hoy te presentamos a los nuestros: venezolanos, certificados, reales.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93268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