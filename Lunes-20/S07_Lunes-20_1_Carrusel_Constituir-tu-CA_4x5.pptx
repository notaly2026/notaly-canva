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FORMALIZA TU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73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311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Constituye tu C.A.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Reúnes los datos de tu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Un abogado redacta y registra 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Recibes tu C.A. con RIF y validez legal.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