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8986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FORMALIZA TU NEGOCIO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345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802886"/>
            <a:ext cx="6675120" cy="429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Constituye tu C.A.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Reúnes los datos de tu empresa.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Un abogado redacta y registra todo.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Recibes tu C.A. con RIF y validez legal.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notaly.com.ve/tramites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