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Constituye tu C.A. con un abogado al lado.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