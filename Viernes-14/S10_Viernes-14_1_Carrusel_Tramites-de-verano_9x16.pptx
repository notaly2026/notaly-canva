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mi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TRÁMITES DE VERANO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567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51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Carta de soltería, autorizaciones.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Los papeles que siempre dejas para el final.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901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58386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Resuélvelos antes de viajar.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