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TRÁMITES DE VERANO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96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534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Carta de soltería, autorizaciones.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Los papeles que siempre dejas para el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29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866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Resuélvelos antes de viajar.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