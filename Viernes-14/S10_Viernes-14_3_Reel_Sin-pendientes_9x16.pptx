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012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696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Vacaciones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sin papeleo pendiente.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393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850636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notaly.com.ve.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