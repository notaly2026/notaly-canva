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0F172A"/>
                </a:solidFill>
                <a:latin typeface="Inter"/>
              </a:rPr>
              <a:t>Resuelve lo personal antes de viajar.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