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Un código que prueba que tu documento es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Escaneas el QR.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Confirmas que es auténtico.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Real en 1 escaneo.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14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23 de junio.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