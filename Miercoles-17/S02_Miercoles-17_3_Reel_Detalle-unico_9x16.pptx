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El detalle que nadie más en Venezuela te da: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7216" y="0"/>
            <a:ext cx="10924032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9644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421636"/>
            <a:ext cx="6675120" cy="9055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El original con sello INPRE, a tu puerta.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7981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2553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Más en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