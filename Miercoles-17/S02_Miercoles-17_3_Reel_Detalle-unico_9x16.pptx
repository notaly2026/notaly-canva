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Hay un detalle que nadie más en Venezuela te 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Lo sabrás el 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