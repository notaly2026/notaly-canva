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detalle que nadie más en Venezuela te da: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original con sello INPRE, a tu puerta.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Míralo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