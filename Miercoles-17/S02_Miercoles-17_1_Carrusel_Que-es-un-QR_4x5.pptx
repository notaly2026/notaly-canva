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151561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SEGURIDAD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167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73936"/>
            <a:ext cx="6675120" cy="600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FFFFFF"/>
                </a:solidFill>
                <a:latin typeface="Inter"/>
              </a:rPr>
              <a:t>Un código que prueba que tu documento es real.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Escaneas el QR.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Confirmas que es auténtico.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834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406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Real en 1 escaneo.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1147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Más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