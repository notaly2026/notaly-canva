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contrato, real y verificable en 1 escaneo.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628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