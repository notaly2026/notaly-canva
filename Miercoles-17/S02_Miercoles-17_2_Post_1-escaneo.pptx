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23 DE JUNIO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342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91436"/>
            <a:ext cx="6675120" cy="537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Tu contrato, real en 1 escaneo.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