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23 DE JUNIO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34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91436"/>
            <a:ext cx="6675120" cy="537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F172A"/>
                </a:solidFill>
                <a:latin typeface="Inter"/>
              </a:rPr>
              <a:t>Tu contrato, real en 1 escaneo.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