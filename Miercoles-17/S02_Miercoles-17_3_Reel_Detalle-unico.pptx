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8229600" cy="146304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firm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-57150"/>
            <a:ext cx="8229600" cy="147447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8229600" cy="14630400"/>
          </a:xfrm>
          <a:prstGeom prst="rect">
            <a:avLst/>
          </a:prstGeom>
          <a:solidFill>
            <a:srgbClr val="0F172A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77240" y="777240"/>
            <a:ext cx="886968" cy="373380"/>
          </a:xfrm>
          <a:prstGeom prst="roundRect">
            <a:avLst>
              <a:gd name="adj" fmla="val 50000"/>
            </a:avLst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28016" rIns="128016" tIns="18288" bIns="18288"/>
          <a:lstStyle/>
          <a:p>
            <a:pPr algn="ctr"/>
            <a:r>
              <a:rPr sz="1500" b="1">
                <a:solidFill>
                  <a:srgbClr val="0F172A"/>
                </a:solidFill>
                <a:latin typeface="Inter"/>
              </a:rPr>
              <a:t>REEL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280160"/>
            <a:ext cx="1371600" cy="14630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737360"/>
            <a:ext cx="6675120" cy="105161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200" b="1">
                <a:solidFill>
                  <a:srgbClr val="FFFFFF"/>
                </a:solidFill>
                <a:latin typeface="Inter"/>
              </a:rPr>
              <a:t>Hay un detalle que nadie más en Venezuela te da.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firm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-57150"/>
            <a:ext cx="8229600" cy="147447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8229600" cy="14630400"/>
          </a:xfrm>
          <a:prstGeom prst="rect">
            <a:avLst/>
          </a:prstGeom>
          <a:solidFill>
            <a:srgbClr val="0F172A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3258800"/>
            <a:ext cx="8229600" cy="1371600"/>
          </a:xfrm>
          <a:prstGeom prst="rect">
            <a:avLst/>
          </a:prstGeom>
          <a:gradFill>
            <a:gsLst>
              <a:gs pos="0">
                <a:srgbClr val="0F172A">
                  <a:alpha val="0"/>
                </a:srgbClr>
              </a:gs>
              <a:gs pos="100000">
                <a:srgbClr val="0F172A">
                  <a:alpha val="78000"/>
                </a:srgbClr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77240" y="4155186"/>
            <a:ext cx="1371600" cy="14630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4612386"/>
            <a:ext cx="6675120" cy="46741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200" b="1">
                <a:solidFill>
                  <a:srgbClr val="FFFFFF"/>
                </a:solidFill>
                <a:latin typeface="Inter"/>
              </a:rPr>
              <a:t>Lo sabrás el 22.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3670280"/>
            <a:ext cx="66751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>
                <a:solidFill>
                  <a:srgbClr val="7C3AED"/>
                </a:solidFill>
                <a:latin typeface="Inter"/>
              </a:rPr>
              <a:t>●  </a:t>
            </a:r>
            <a:r>
              <a:rPr sz="1800" b="1">
                <a:solidFill>
                  <a:srgbClr val="FFFFFF"/>
                </a:solidFill>
                <a:latin typeface="Inter"/>
              </a:rPr>
              <a:t>Notaly   @notaly.ve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