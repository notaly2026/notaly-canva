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22 DE JUNIO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461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Tu contrato, real en 1 escaneo.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