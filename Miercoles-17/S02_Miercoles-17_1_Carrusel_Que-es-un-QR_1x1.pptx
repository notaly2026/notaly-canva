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8229600" cy="82296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q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-1396092"/>
            <a:ext cx="8229600" cy="11021785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8229600" cy="8229600"/>
          </a:xfrm>
          <a:prstGeom prst="rect">
            <a:avLst/>
          </a:prstGeom>
          <a:solidFill>
            <a:srgbClr val="0F172A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77240" y="777240"/>
            <a:ext cx="1012698" cy="373380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18288" bIns="18288"/>
          <a:lstStyle/>
          <a:p>
            <a:pPr algn="ctr"/>
            <a:r>
              <a:rPr sz="1500" b="1">
                <a:solidFill>
                  <a:srgbClr val="0F172A"/>
                </a:solidFill>
                <a:latin typeface="Inter"/>
              </a:rPr>
              <a:t>PISTA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280160"/>
            <a:ext cx="1371600" cy="14630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737360"/>
            <a:ext cx="6675120" cy="4737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5600" b="1">
                <a:solidFill>
                  <a:srgbClr val="FFFFFF"/>
                </a:solidFill>
                <a:latin typeface="Inter"/>
              </a:rPr>
              <a:t>Un código que prueba que tu documento es real.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777240"/>
            <a:ext cx="667512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12000" b="1">
                <a:solidFill>
                  <a:srgbClr val="7C3AED"/>
                </a:solidFill>
                <a:latin typeface="Inter"/>
              </a:rPr>
              <a:t>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606040"/>
            <a:ext cx="6675120" cy="156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0F172A"/>
                </a:solidFill>
                <a:latin typeface="Inter"/>
              </a:rPr>
              <a:t>Escaneas el QR.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777240"/>
            <a:ext cx="667512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12000" b="1">
                <a:solidFill>
                  <a:srgbClr val="7C3AED"/>
                </a:solidFill>
                <a:latin typeface="Inter"/>
              </a:rPr>
              <a:t>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606040"/>
            <a:ext cx="6675120" cy="2197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0F172A"/>
                </a:solidFill>
                <a:latin typeface="Inter"/>
              </a:rPr>
              <a:t>Confirmas que es auténtico.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-1396092"/>
            <a:ext cx="8229600" cy="11021785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8229600" cy="8229600"/>
          </a:xfrm>
          <a:prstGeom prst="rect">
            <a:avLst/>
          </a:prstGeom>
          <a:solidFill>
            <a:srgbClr val="0F172A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858000"/>
            <a:ext cx="8229600" cy="1371600"/>
          </a:xfrm>
          <a:prstGeom prst="rect">
            <a:avLst/>
          </a:prstGeom>
          <a:gradFill>
            <a:gsLst>
              <a:gs pos="0">
                <a:srgbClr val="0F172A">
                  <a:alpha val="0"/>
                </a:srgbClr>
              </a:gs>
              <a:gs pos="100000">
                <a:srgbClr val="0F172A">
                  <a:alpha val="78000"/>
                </a:srgbClr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77240" y="1280160"/>
            <a:ext cx="1371600" cy="14630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737360"/>
            <a:ext cx="6675120" cy="4483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800" b="1">
                <a:solidFill>
                  <a:srgbClr val="FFFFFF"/>
                </a:solidFill>
                <a:latin typeface="Inter"/>
              </a:rPr>
              <a:t>Real en 1 escaneo.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5877052"/>
            <a:ext cx="6675120" cy="11181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0">
                <a:solidFill>
                  <a:srgbClr val="FFFFFF"/>
                </a:solidFill>
                <a:latin typeface="Inter"/>
              </a:rPr>
              <a:t>22 de junio.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7269480"/>
            <a:ext cx="6675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7C3AED"/>
                </a:solidFill>
                <a:latin typeface="Inter"/>
              </a:rPr>
              <a:t>●  </a:t>
            </a:r>
            <a:r>
              <a:rPr sz="1800" b="1">
                <a:solidFill>
                  <a:srgbClr val="FFFFFF"/>
                </a:solidFill>
                <a:latin typeface="Inter"/>
              </a:rPr>
              <a:t>Notaly   @notaly.ve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