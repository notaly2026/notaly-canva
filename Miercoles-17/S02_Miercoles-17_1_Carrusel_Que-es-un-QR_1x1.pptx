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SEGURIDAD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Inter"/>
              </a:rPr>
              <a:t>Un código que prueba que tu documento es real.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Escaneas el QR.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Confirmas que es auténtico.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48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>
                <a:solidFill>
                  <a:srgbClr val="FFFFFF"/>
                </a:solidFill>
                <a:latin typeface="Inter"/>
              </a:rPr>
              <a:t>Real en 1 escaneo.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7052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Más en notaly.com.ve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