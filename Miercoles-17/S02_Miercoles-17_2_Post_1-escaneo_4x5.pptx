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5156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SEGURIDAD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454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1748"/>
            <a:ext cx="6675120" cy="5451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Tu contrato, real y verificable en 1 escaneo.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503731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