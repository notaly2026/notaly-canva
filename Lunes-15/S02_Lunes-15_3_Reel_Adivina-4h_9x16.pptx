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Adivina qué se hace en 4 horas con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contrato, visado por un abogado.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7981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553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Míralo ya: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