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FALTA POCO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¿Y si tu documento estuviera listo en 4 horas?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semanas de espera.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4 horas.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556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Recuérdalo.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22 de junio.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2864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Síguenos.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