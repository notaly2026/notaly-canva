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52145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CONTRATOS VISADOS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visado en 4 horas hábiles.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Pruébalo en 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