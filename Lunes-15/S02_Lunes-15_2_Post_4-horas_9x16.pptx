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CONTRATOS VISADOS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contrato visado en 4 horas hábiles.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477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