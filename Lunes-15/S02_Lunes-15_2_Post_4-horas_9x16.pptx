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 visado en 4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14772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