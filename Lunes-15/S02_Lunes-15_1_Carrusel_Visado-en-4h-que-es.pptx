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164134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FALTA POCO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316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73936"/>
            <a:ext cx="6675120" cy="600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¿Y si tu documento estuviera listo en 4 horas?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8326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Visar es que un abogado revisa y respalda tu documento.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Sin semanas de espera.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7137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70936"/>
            <a:ext cx="6675120" cy="3213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4 horas.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845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Recuérdalo.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83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406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22 de junio.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1147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Síguenos.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