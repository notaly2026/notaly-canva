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POCO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0F172A"/>
                </a:solidFill>
                <a:latin typeface="Inter"/>
              </a:rPr>
              <a:t>¿Y si tu documento estuviera listo en 4 horas?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4 horas.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384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Recuérdalo.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23 de junio.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0F172A"/>
                </a:solidFill>
                <a:latin typeface="Inter"/>
              </a:rPr>
              <a:t>Síguenos.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