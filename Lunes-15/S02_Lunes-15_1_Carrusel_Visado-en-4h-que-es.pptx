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FALTA POCO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¿Y si tu documento estuviera listo en 4 horas?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Recuérdalo.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23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