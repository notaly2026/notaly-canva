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512373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969573"/>
            <a:ext cx="6675120" cy="39597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4 horas. Recuérdalo.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