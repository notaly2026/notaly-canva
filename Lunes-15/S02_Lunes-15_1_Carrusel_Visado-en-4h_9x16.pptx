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documento listo en 4 horas hábiles.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espera, sin filas.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4 horas, en línea.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ya en early access.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3901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358386"/>
            <a:ext cx="6675120" cy="518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Lanzamiento oficial: 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540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