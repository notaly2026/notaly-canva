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documento listo en 4 horas hábiles.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semanas de espera, sin filas.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4 horas, en línea.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286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abrebocas de lo que viene.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Lanzamiento oficial: 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540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