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22 DE JUNIO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40673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797873"/>
            <a:ext cx="6675120" cy="39597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4 horas. Recuérdalo.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