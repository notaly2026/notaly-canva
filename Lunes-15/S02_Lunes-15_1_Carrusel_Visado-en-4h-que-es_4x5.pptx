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FALTA POCO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¿Y si tu documento estuviera listo en 4 horas?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semanas de espera.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4 horas.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4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Recuérdalo.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22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14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