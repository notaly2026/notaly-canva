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Tu documento listo en 4 horas hábiles.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espera, sin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4 horas, en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ya en early access.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29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866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368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