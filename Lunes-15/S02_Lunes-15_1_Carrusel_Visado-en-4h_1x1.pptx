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35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Tu documento listo en 4 horas hábiles.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semanas de espera, sin filas.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48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Inter"/>
              </a:rPr>
              <a:t>4 horas, en línea.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abrebocas de lo que viene.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Lanzamiento oficial: 22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