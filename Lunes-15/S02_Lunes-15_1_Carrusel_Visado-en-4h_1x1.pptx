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52145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CONTRATOS VISADOS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356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FFFFF"/>
                </a:solidFill>
                <a:latin typeface="Inter"/>
              </a:rPr>
              <a:t>Tu documento listo en 4 horas hábiles.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Visar es que un abogado revisa y respalda tu documento.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Sin semanas de espera, sin filas.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6675120" cy="448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1">
                <a:solidFill>
                  <a:srgbClr val="FFFFFF"/>
                </a:solidFill>
                <a:latin typeface="Inter"/>
              </a:rPr>
              <a:t>4 horas, en línea.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877052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Pruébalo ya en early access.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42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Lanzamiento oficial: 22 de junio.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77052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