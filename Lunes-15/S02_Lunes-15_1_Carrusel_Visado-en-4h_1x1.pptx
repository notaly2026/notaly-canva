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CONTRATOS VISADOS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Tu documento listo en 4 horas hábiles.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Visar es que un abogado revisa y respalda tu documento.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semanas de espera, sin filas.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48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4 horas, en línea.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Un abrebocas de lo que viene.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Lanzamiento oficial: 22 de junio.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