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FALTA POCO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¿Y si tu documento estuviera listo en 4 horas?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Visar es que un abogado revisa y respalda tu documento.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Sin semanas de espera.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6850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22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4 horas.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558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Recuérdalo.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48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Inter"/>
              </a:rPr>
              <a:t>22 de junio.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7052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Síguenos.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