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52145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CONTRATOS VISADOS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75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32686"/>
            <a:ext cx="6675120" cy="569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FFF"/>
                </a:solidFill>
                <a:latin typeface="Inter"/>
              </a:rPr>
              <a:t>Tu contrato visado en 4 horas hábiles.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6227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