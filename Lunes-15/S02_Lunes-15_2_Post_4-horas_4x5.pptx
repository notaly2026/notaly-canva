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CONTRATOS VISADOS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75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32686"/>
            <a:ext cx="6675120" cy="569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Tu contrato visado en 4 horas hábiles.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622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