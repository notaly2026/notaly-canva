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8869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REEL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4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1636"/>
            <a:ext cx="6675120" cy="9055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Adivina qué se puede hacer en 4 horas.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34249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882136"/>
            <a:ext cx="6675120" cy="613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Pista: no es lo que crees.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4512373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969573"/>
            <a:ext cx="6675120" cy="39597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700" b="1">
                <a:solidFill>
                  <a:srgbClr val="FFFFFF"/>
                </a:solidFill>
                <a:latin typeface="Inter"/>
              </a:rPr>
              <a:t>Comenta tu adivinanza.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