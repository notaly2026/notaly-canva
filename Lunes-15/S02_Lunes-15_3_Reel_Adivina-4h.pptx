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Adivina qué se puede hacer en 4 horas.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Pista: no es lo que crees.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4512373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969573"/>
            <a:ext cx="6675120" cy="39597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0F172A"/>
                </a:solidFill>
                <a:latin typeface="Inter"/>
              </a:rPr>
              <a:t>Comenta tu adivinanza.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