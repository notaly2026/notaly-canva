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CUENTA, SIN ENREDOS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Cuéntalo en 3 pasos.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Eliges el área.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Pones tu ubicación.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Describes tu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