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Así de fácil cuentas tu caso.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Área, ubicación y detalle.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Gratis, sin spam.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