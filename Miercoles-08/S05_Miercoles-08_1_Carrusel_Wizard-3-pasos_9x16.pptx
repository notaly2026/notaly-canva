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h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32758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SIN CUENTA, SIN ENREDOS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424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882136"/>
            <a:ext cx="6675120" cy="613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Cuéntalo en 3 pasos.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Eliges el área.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Pones tu ubicación.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Describes tu caso.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3012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469386"/>
            <a:ext cx="6675120" cy="696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Inter"/>
              </a:rPr>
              <a:t>Gratis. Hasta 4 abogados te contactan.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