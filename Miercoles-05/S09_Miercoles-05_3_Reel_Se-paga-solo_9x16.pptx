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plan que se paga solo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en un par de trámites.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notaly.com.ve/planes.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