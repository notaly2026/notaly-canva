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Documentos y consultas con descuento.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Todo el mes, para ti y tu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Cancelable cuando quieras. Sin amarres.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