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h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288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CONSULTA ONLINE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664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>
                <a:solidFill>
                  <a:srgbClr val="FFFFFF"/>
                </a:solidFill>
                <a:latin typeface="Inter"/>
              </a:rPr>
              <a:t>Habla con un abogado en minutos.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21104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567686"/>
            <a:ext cx="6675120" cy="442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500" b="1">
                <a:solidFill>
                  <a:srgbClr val="0F172A"/>
                </a:solidFill>
                <a:latin typeface="Inter"/>
              </a:rPr>
              <a:t>Por videollamada, sin citas ni filas.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673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02870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9154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7626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Legal, contable, tributaria, laboral o familia.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