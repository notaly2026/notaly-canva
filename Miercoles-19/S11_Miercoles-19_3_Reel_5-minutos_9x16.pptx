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Un abogado resuelve tus dudas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en 5 minutos.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298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7553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F172A"/>
                </a:solidFill>
                <a:latin typeface="Inter"/>
              </a:rPr>
              <a:t>notaly.com.ve/asesoria-legal.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