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NOTALY.COM.VE/ASESORIA-LEGAL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Sin citas, sin filas: un abogado cuando lo necesitas.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