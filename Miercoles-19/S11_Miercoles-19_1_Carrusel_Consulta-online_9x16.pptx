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CONSULTA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Habla con un abogado en minutos.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28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393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Por videollamada, sin citas ni filas.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Legal, contable, tributaria, laboral o familia.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