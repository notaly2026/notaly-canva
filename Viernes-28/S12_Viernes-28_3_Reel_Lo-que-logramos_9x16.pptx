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Un trimestre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88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3426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contigo.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345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802886"/>
            <a:ext cx="6675120" cy="429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Gracias, Venezuela.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