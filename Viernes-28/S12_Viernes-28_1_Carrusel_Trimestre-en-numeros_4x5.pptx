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Nuestro trimestre, en números.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C3AED"/>
                </a:solidFill>
                <a:latin typeface="Inter"/>
              </a:rPr>
              <a:t>2.4k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+2.400 documentos entregados.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C3AED"/>
                </a:solidFill>
                <a:latin typeface="Inter"/>
              </a:rPr>
              <a:t>4.9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4.9/5 de satisfacción promedio.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73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311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Gracias, Venezuela.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