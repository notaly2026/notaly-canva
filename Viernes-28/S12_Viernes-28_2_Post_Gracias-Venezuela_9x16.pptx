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Gracias, Venezuela. Esto apenas comienza.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