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Q3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Nuestro trimestre, en números.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88720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7C3AED"/>
                </a:solidFill>
                <a:latin typeface="Inter"/>
              </a:rPr>
              <a:t>2.4k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279647"/>
            <a:ext cx="155448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736847"/>
            <a:ext cx="6675120" cy="2483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0F172A"/>
                </a:solidFill>
                <a:latin typeface="Inter"/>
              </a:rPr>
              <a:t>+2.400 documentos entregados.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88720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7C3AED"/>
                </a:solidFill>
                <a:latin typeface="Inter"/>
              </a:rPr>
              <a:t>4.9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279647"/>
            <a:ext cx="155448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736847"/>
            <a:ext cx="6675120" cy="2483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0F172A"/>
                </a:solidFill>
                <a:latin typeface="Inter"/>
              </a:rPr>
              <a:t>4.9/5 de satisfacción promedio.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293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Gracias, Venezuela.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