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SERVICIOS CONTABLES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264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836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Certificación de ingresos.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Te la piden para créditos, visas o alquileres.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La emite un Contador Público Colegiado.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Con validez profesional, sin moverte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