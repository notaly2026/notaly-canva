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n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94548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51748"/>
            <a:ext cx="6675120" cy="54519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FFFFFF"/>
                </a:solidFill>
                <a:latin typeface="Inter"/>
              </a:rPr>
              <a:t>Certificación de ingresos con validez profesional.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