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ARRENDAMIENTO · LRCA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Antes de alquilar, lee esto.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531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0F172A"/>
                </a:solidFill>
                <a:latin typeface="Inter"/>
              </a:rPr>
              <a:t>La LRCA protege a inquilino y propietario.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Un contrato claro evita conflictos después.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Arriendo visado, sin sorpresas.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