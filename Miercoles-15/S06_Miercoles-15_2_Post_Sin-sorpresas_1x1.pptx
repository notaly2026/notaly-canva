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2296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77240" y="777240"/>
            <a:ext cx="20185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NOTALY.COM.VE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77240" y="1280160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737360"/>
            <a:ext cx="6675120" cy="449948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5300" b="1">
                <a:solidFill>
                  <a:srgbClr val="0F172A"/>
                </a:solidFill>
                <a:latin typeface="Inter"/>
              </a:rPr>
              <a:t>Contrato de arrendamiento visado, sin sorpresas.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72694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0F172A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