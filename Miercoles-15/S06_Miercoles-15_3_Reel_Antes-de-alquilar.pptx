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Antes de alquilar,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ten tu contrato visado.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