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8986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ARRENDAMIENTO · LRCA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Antes de alquilar, lee esto.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5678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5011"/>
            <a:ext cx="6675120" cy="5848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0F172A"/>
                </a:solidFill>
                <a:latin typeface="Inter"/>
              </a:rPr>
              <a:t>La LRCA protege a inquilino y propietario.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345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802636"/>
            <a:ext cx="6675120" cy="829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172A"/>
                </a:solidFill>
                <a:latin typeface="Inter"/>
              </a:rPr>
              <a:t>Un contrato claro evita conflictos después.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Arriendo visado, sin sorpresas.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4294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notaly.com.ve/solicitar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