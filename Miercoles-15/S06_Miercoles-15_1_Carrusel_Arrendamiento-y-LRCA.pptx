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ARRENDAMIENTO · LRCA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0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37436"/>
            <a:ext cx="6675120" cy="58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Antes de alquilar, lee esto.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La LRCA protege a inquilino y propietario.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Un contrato claro evita conflictos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34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91436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Arriendo visado, sin sorpresas.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464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