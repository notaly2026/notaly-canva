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TRABAJO REMOTO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Visa documentos desde tu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Sin oficina, sin horarios fijos.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firma vale igual, desde donde estés.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