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NOTALY.COM.VE/ABOGADOS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Ejerce en línea: revisa, visa y cobra desde tu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