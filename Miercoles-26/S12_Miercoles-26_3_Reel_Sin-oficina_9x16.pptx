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oficina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cabe en tu teléfono.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notaly.com.ve/abogados.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