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TRABAJO REMOTO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61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Visa documentos desde tu casa.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511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>
                <a:solidFill>
                  <a:srgbClr val="0F172A"/>
                </a:solidFill>
                <a:latin typeface="Inter"/>
              </a:rPr>
              <a:t>Sin oficina, sin horarios fijos.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35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FFFFF"/>
                </a:solidFill>
                <a:latin typeface="Inter"/>
              </a:rPr>
              <a:t>Tu firma vale igual, desde donde estés.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