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CAJA DE PREGUNTAS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¿Qué trámite te gustaría hacer desde el teléfono?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0962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Pregúntanos. Y conócenos en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