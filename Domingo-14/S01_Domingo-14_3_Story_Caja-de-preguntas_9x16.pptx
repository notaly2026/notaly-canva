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trámite te gustaría hacer desde el teléfono?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Pregúntanos. Y pruébalo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