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6471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ATENTO ESTA SEMANA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38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Una nueva forma de resolver lo legal y lo contable en Venezuela.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