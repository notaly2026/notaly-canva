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6471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ATENTO ESTA SEMANA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38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F172A"/>
                </a:solidFill>
                <a:latin typeface="Inter"/>
              </a:rPr>
              <a:t>Una nueva forma de resolver lo legal y lo contable en Venezuela.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