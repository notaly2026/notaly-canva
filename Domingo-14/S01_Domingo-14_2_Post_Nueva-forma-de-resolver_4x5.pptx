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189280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EARLY ACCESS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912048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69248"/>
            <a:ext cx="6675120" cy="48169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700" b="1">
                <a:solidFill>
                  <a:srgbClr val="7C3AED"/>
                </a:solidFill>
                <a:latin typeface="Inter"/>
              </a:rPr>
              <a:t>Ya disponible.</a:t>
            </a:r>
            <a:r>
              <a:rPr sz="5700" b="1">
                <a:solidFill>
                  <a:srgbClr val="FFFFFF"/>
                </a:solidFill>
                <a:latin typeface="Inter"/>
              </a:rPr>
              <a:t> Tu asesoría legal, 100% en línea.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108952"/>
            <a:ext cx="6675120" cy="194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Contratos, consultas y casos con abogados certificados.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