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NOTALY VENEZUELA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882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45436"/>
            <a:ext cx="6675120" cy="486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>
                <a:solidFill>
                  <a:srgbClr val="FFFFFF"/>
                </a:solidFill>
                <a:latin typeface="Inter"/>
              </a:rPr>
              <a:t>Tu asesoría legal, 100% en línea.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108952"/>
            <a:ext cx="6675120" cy="1943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Contratos, consultas y casos con abogados certificados.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