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39044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HISTORIA · CAJA DE PREGUNTAS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56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13636"/>
            <a:ext cx="6675120" cy="10071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0F172A"/>
                </a:solidFill>
                <a:latin typeface="Inter"/>
              </a:rPr>
              <a:t>¿Qué trámite te gustaría hacer desde el teléfono?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9852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0F172A"/>
                </a:solidFill>
                <a:latin typeface="Inter"/>
              </a:rPr>
              <a:t>Pregúntanos.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