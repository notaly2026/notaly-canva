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42900"/>
            <a:ext cx="8229600" cy="10972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DOMINGO DE PLANIFICAR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754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32686"/>
            <a:ext cx="6675120" cy="569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FFFFFF"/>
                </a:solidFill>
                <a:latin typeface="Inter"/>
              </a:rPr>
              <a:t>El documento que dejaste pendiente esta semana.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6227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Resuélvelo hoy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