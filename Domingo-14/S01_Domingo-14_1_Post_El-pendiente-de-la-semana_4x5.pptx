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0243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DOMINGO DE PLANIFICAR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El documento que dejaste pendiente esta semana.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622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Resuélvelo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