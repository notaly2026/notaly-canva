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TU CASO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517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08936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7C3AED"/>
                </a:solidFill>
                <a:latin typeface="Inter"/>
              </a:rPr>
              <a:t>Gratis.</a:t>
            </a:r>
            <a:r>
              <a:rPr sz="5600" b="1">
                <a:solidFill>
                  <a:srgbClr val="FFFFFF"/>
                </a:solidFill>
                <a:latin typeface="Inter"/>
              </a:rPr>
              <a:t> Cuéntanos tu caso y un abogado te atiende.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108952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Publícalo y hasta 4 abogados certificados te contactan, sin spam. 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