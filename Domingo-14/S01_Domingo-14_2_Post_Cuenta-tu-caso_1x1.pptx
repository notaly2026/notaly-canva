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C3AED"/>
                </a:solidFill>
                <a:latin typeface="Inter"/>
              </a:rPr>
              <a:t>Gratis.</a:t>
            </a:r>
            <a:r>
              <a:rPr sz="44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515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