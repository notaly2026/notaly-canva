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Tu asesoría legal, 100% en línea.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0746994"/>
            <a:ext cx="6675120" cy="194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Contratos, consultas y casos con abogados certificados.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