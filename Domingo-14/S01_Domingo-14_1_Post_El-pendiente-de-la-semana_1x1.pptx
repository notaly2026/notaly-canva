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DOMINGO DE PLANIFICAR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El documento que dejaste pendiente esta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Resuélvelo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