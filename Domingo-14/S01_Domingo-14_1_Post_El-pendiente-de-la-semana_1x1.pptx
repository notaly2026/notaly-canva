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DOMINGO DE PLANIFICAR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El documento que dejaste pendiente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Resuélvelo hoy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