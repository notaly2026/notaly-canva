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DOMINGO DE PLANIFICAR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5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12136"/>
            <a:ext cx="6675120" cy="867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El documento que dejaste pendiente esta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286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Resuélvelo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