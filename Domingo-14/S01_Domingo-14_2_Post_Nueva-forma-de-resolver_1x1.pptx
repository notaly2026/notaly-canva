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3960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82296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580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239572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NOTALY VENEZUELA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0025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459736"/>
            <a:ext cx="6675120" cy="2578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FFFFFF"/>
                </a:solidFill>
                <a:latin typeface="Inter"/>
              </a:rPr>
              <a:t>Tu asesoría legal, 100% en línea.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038344"/>
            <a:ext cx="6675120" cy="1943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Contratos, consultas y casos con abogados certificados. notaly.com.ve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72694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