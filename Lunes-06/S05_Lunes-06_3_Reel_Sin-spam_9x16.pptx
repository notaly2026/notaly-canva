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88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42636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Sin spam.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Máximo 4 abogados. Tú eliges.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Cuenta tu caso gratis.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