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2758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MARKETPLACE DE ABOGADOS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caso. Gratis.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Publicas tu caso legal en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Tú eliges con quién seguir. Sin spam.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4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061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Publica gratis en notaly.com.ve/cuenta-tu-caso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