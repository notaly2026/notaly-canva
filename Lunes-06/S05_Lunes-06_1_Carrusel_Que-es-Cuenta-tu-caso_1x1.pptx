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MARKETPLACE DE ABOGADOS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310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88236"/>
            <a:ext cx="6675120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Cuenta tu caso. Gratis.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0F172A"/>
                </a:solidFill>
                <a:latin typeface="Inter"/>
              </a:rPr>
              <a:t>Publicas tu caso legal en minutos.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Hasta 4 abogados te contactan.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Tú eliges con quién seguir. Sin spam.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48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057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Publica gratis en notaly.com.ve/cuenta-tu-caso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