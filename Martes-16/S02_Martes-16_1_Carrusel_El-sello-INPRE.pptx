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 DEL DÍA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Digital y físico.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Lo verás el 22.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