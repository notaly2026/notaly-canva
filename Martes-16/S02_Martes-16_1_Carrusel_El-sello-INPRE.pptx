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PISTA DEL DÍA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F172A"/>
                </a:solidFill>
                <a:latin typeface="Inter"/>
              </a:rPr>
              <a:t>¿Por qué importa un sello físico?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INPRE: el respaldo de un abogado venezolano.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sello real le da peso a tu documento.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Digital y físico.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14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Lo verás el 23.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