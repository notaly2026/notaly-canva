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el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PISTA DEL DÍA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61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FFFFFF"/>
                </a:solidFill>
                <a:latin typeface="Inter"/>
              </a:rPr>
              <a:t>¿Por qué importa un sello físico?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283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INPRE: el respaldo de un abogado venezolano.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Un sello real le da peso a tu documento.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48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1">
                <a:solidFill>
                  <a:srgbClr val="FFFFFF"/>
                </a:solidFill>
                <a:latin typeface="Inter"/>
              </a:rPr>
              <a:t>Digital y físico.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77052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Lo verás el 22.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