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ENCUESTA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¿Qué pesa más: rapidez o validez?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7469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Respuesta: las 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