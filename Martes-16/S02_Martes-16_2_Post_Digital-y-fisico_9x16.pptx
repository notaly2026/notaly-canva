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78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35886"/>
            <a:ext cx="6675120" cy="9627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Digital cuando lo necesitas. Físico cuando importa.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762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