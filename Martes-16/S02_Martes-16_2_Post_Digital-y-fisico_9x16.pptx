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678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5886"/>
            <a:ext cx="6675120" cy="9627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FFFFF"/>
                </a:solidFill>
                <a:latin typeface="Inter"/>
              </a:rPr>
              <a:t>Digital cuando lo necesitas. Físico cuando importa.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