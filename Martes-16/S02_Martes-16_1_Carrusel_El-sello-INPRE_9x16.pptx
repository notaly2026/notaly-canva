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CONTRATOS VISADOS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¿Por qué importa un sello físico?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INPRE: el respaldo de un abogado venezolano certificado.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sello real le da peso a tu documento.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78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35886"/>
            <a:ext cx="6675120" cy="9627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Digital cuando lo necesitas, original a tu domicilio.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7629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