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01853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PISTA DEL DÍA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¿Por qué importa un sello físico?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INPRE: el respaldo de un abogado venezolano.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sello real le da peso a tu documento.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155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6123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Digital y físico.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2864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Lo verás el 22.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