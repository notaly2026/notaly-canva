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88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45436"/>
            <a:ext cx="6675120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nter"/>
              </a:rPr>
              <a:t>¿Tienes un caso legal complejo?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108952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Publícalo gratis y hasta 4 abogados certificados te contactan. Sin spam.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