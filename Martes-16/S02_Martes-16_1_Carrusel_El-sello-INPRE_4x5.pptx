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¿Por qué importa un sello físico?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INPRE: el respaldo de un abogado venezolano certificado.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sello real le da peso a tu documento.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92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501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Digital cuando lo necesitas, original a tu domicilio.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3052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Ya en early access: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