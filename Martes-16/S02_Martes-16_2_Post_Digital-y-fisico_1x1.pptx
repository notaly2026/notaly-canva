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21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87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Digital cuando lo necesitas. Físico cuando importa.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19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