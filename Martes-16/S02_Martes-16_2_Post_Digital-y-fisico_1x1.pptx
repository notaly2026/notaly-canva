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3960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80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101269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PISTA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6675120" cy="473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600" b="1">
                <a:solidFill>
                  <a:srgbClr val="FFFFFF"/>
                </a:solidFill>
                <a:latin typeface="Inter"/>
              </a:rPr>
              <a:t>Digital cuando lo necesitas. Físico cuando importa.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