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34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91436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Digital cuando lo necesitas. Físico cuando importa.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464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