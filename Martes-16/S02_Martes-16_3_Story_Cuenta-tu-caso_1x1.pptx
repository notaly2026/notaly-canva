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072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644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¿Tienes un caso legal complejo?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515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 y hasta 4 abogados certificados te contactan. Sin spam.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