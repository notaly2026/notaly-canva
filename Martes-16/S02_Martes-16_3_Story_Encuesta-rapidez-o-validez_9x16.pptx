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1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77291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HISTORIA · ENCUESTA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946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151886"/>
            <a:ext cx="6675120" cy="7595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¿Qué pesa más: rapidez o validez?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074699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Con Notaly: las dos.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