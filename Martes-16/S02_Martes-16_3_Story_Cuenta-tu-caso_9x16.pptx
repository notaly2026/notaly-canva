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5272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CUENTA TU 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¿Tienes un caso legal complejo?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94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Publícalo gratis y hasta 4 abogados certificados te contactan. Sin spam.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