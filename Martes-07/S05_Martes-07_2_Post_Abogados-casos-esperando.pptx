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4015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ABOGADOS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75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32686"/>
            <a:ext cx="6675120" cy="569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Abogados: hay casos reales esperando en tu área.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622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notaly.com.ve/registro-abogado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