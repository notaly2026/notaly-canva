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12 áreas legales para tu caso.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Familiar, laboral, penal, civil.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7662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234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Inmobiliario, mercantil, migratorio, tributario.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12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806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Administrativo, notarial, internacional y más.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Publica gratis. Hasta 4 abogados te contactan.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