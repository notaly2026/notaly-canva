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POV: tienes un problema legal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y no sabes a quién llamar.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Cuéntalo gratis. Te contactan hasta 4 abogados.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