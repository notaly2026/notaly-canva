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1442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B2B · LINKEDIN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3488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945636"/>
            <a:ext cx="6675120" cy="600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Inmobiliarias: contratos visados para cerrar tus operaciones.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