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429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36530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PODER DE VENTA DE INMUEBLE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¿Vendes tu inmueble?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727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>
                <a:solidFill>
                  <a:srgbClr val="0F172A"/>
                </a:solidFill>
                <a:latin typeface="Inter"/>
              </a:rPr>
              <a:t>Qué debe incluir para que no se caiga.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6675120" cy="6404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Lo redacta y visa un abogado venezolano.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126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5836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notaly.com.ve/solicitar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