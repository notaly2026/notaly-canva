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6530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PODER DE VENTA DE INMUEBLE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¿Vendes tu inmueble?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Qué debe incluir para que no se caiga.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Lo redacta y visa un abogado venezolano.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