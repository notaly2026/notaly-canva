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"Un poder para vender el apartamento, claro y rápido."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Miguel Ángel · Barquisimeto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917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743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Tu turno en 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