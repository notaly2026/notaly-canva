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c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36530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INDEPENDENCIA DE VENEZUELA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834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40686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Feliz 5 de julio.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11479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Honramos la firma que nos hizo libres.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