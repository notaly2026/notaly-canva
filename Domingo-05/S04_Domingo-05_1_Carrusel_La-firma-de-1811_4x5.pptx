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DÍA DE LA INDEPENDENCIA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5 de julio de 1811.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La firma que fundó a Venezuela.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Hoy, tu firma también merece validez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3961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533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Visado por abogado, sello INPRE, QR verificable.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423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99561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55919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Honramos la firma que nos hizo libres.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