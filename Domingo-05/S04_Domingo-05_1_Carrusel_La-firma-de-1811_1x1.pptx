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DÍA DE LA INDEPENDENCIA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5 de julio de 1811.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La firma que fundó a Venezuela.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Hoy, tu firma también merece validez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0F172A"/>
                </a:solidFill>
                <a:latin typeface="Inter"/>
              </a:rPr>
              <a:t>Visado por abogado, sello INPRE, QR verificable.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136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70861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27219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Honramos la firma que nos hizo libres.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