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6530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INDEPENDENCIA DE VENEZUELA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16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73986"/>
            <a:ext cx="6675120" cy="315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Feliz 5 de julio.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240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Honramos la firma que nos hizo libres.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