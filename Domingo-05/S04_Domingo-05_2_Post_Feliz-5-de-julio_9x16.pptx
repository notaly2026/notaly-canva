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INDEPENDENCIA DE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5 de julio.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2864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