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Una firma cambió la historia.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La tuya cambia tu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4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061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Visado en 4 horas. notaly.com.ve/solicitar.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