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Cómo funciona el marketplace de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cliente solicita. Tú revisas y vis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bras por tu trabajo, sin perseguir pag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Más clientes, menos fric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