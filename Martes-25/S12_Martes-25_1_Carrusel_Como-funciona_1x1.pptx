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ómo funciona el marketplace de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cliente solicita. Tú revisas y vi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bras por tu trabajo, sin perseguir pa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Más clientes, menos fri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