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82296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negoci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2228850"/>
            <a:ext cx="8229600" cy="147447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102870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77240" y="777240"/>
            <a:ext cx="2144268" cy="37338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0F172A"/>
                </a:solidFill>
                <a:latin typeface="Inter"/>
              </a:rPr>
              <a:t>B2B · LINKEDIN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280160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737360"/>
            <a:ext cx="6675120" cy="640448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700" b="1">
                <a:solidFill>
                  <a:srgbClr val="FFFFFF"/>
                </a:solidFill>
                <a:latin typeface="Inter"/>
              </a:rPr>
              <a:t>Cómo funciona el marketplace de Notaly.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777240"/>
            <a:ext cx="667512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12000" b="1">
                <a:solidFill>
                  <a:srgbClr val="7C3AED"/>
                </a:solidFill>
                <a:latin typeface="Inter"/>
              </a:rPr>
              <a:t>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2606040"/>
            <a:ext cx="6675120" cy="2197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0F172A"/>
                </a:solidFill>
                <a:latin typeface="Inter"/>
              </a:rPr>
              <a:t>El cliente solicita. Tú revisas y visas.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777240"/>
            <a:ext cx="667512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12000" b="1">
                <a:solidFill>
                  <a:srgbClr val="7C3AED"/>
                </a:solidFill>
                <a:latin typeface="Inter"/>
              </a:rPr>
              <a:t>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2606040"/>
            <a:ext cx="6675120" cy="28326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0F172A"/>
                </a:solidFill>
                <a:latin typeface="Inter"/>
              </a:rPr>
              <a:t>Cobras por tu trabajo, sin perseguir pagos.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367392"/>
            <a:ext cx="8229600" cy="11021785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102870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915400"/>
            <a:ext cx="8229600" cy="1371600"/>
          </a:xfrm>
          <a:prstGeom prst="rect">
            <a:avLst/>
          </a:prstGeom>
          <a:gradFill>
            <a:gsLst>
              <a:gs pos="0">
                <a:srgbClr val="0F172A">
                  <a:alpha val="0"/>
                </a:srgbClr>
              </a:gs>
              <a:gs pos="100000">
                <a:srgbClr val="0F172A">
                  <a:alpha val="78000"/>
                </a:srgbClr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1280160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737360"/>
            <a:ext cx="6675120" cy="75951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200" b="1">
                <a:solidFill>
                  <a:srgbClr val="FFFFFF"/>
                </a:solidFill>
                <a:latin typeface="Inter"/>
              </a:rPr>
              <a:t>Más clientes, menos fricción.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93268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7C3AED"/>
                </a:solidFill>
                <a:latin typeface="Inter"/>
              </a:rPr>
              <a:t>●  </a:t>
            </a:r>
            <a:r>
              <a:rPr sz="1800" b="1">
                <a:solidFill>
                  <a:srgbClr val="FFFFFF"/>
                </a:solidFill>
                <a:latin typeface="Inter"/>
              </a:rPr>
              <a:t>Notaly   @notaly.ve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