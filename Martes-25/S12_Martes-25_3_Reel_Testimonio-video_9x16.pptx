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Abogados de toda Venezuela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ya trabajan con Notaly.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notaly.com.ve/abogados.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