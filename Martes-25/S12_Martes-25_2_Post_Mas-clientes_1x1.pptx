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Inter"/>
              </a:rPr>
              <a:t>Más clientes, menos fricción. Así trabajan los abogados de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